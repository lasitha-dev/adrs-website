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openxmlformats.org/officedocument/2006/relationships/metadata/core-properties" Target="docProps/core0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302" r:id="rId3"/>
    <p:sldId id="259" r:id="rId4"/>
    <p:sldId id="277" r:id="rId5"/>
    <p:sldId id="258" r:id="rId6"/>
    <p:sldId id="257" r:id="rId7"/>
    <p:sldId id="280" r:id="rId8"/>
    <p:sldId id="282" r:id="rId9"/>
    <p:sldId id="283" r:id="rId10"/>
    <p:sldId id="281" r:id="rId11"/>
    <p:sldId id="284" r:id="rId12"/>
    <p:sldId id="288" r:id="rId13"/>
    <p:sldId id="290" r:id="rId14"/>
    <p:sldId id="285" r:id="rId15"/>
    <p:sldId id="286" r:id="rId16"/>
    <p:sldId id="287" r:id="rId17"/>
    <p:sldId id="266" r:id="rId18"/>
    <p:sldId id="267" r:id="rId19"/>
    <p:sldId id="289" r:id="rId20"/>
    <p:sldId id="291" r:id="rId21"/>
    <p:sldId id="292" r:id="rId22"/>
    <p:sldId id="279" r:id="rId23"/>
    <p:sldId id="276" r:id="rId24"/>
    <p:sldId id="293" r:id="rId25"/>
    <p:sldId id="295" r:id="rId26"/>
    <p:sldId id="296" r:id="rId27"/>
    <p:sldId id="297" r:id="rId28"/>
    <p:sldId id="270" r:id="rId29"/>
    <p:sldId id="271" r:id="rId30"/>
    <p:sldId id="272" r:id="rId31"/>
    <p:sldId id="274" r:id="rId32"/>
    <p:sldId id="294" r:id="rId33"/>
    <p:sldId id="300" r:id="rId34"/>
    <p:sldId id="298" r:id="rId35"/>
    <p:sldId id="299" r:id="rId36"/>
    <p:sldId id="301" r:id="rId37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07646FA-0DB9-4328-8033-6E1D7DCED287}">
          <p14:sldIdLst>
            <p14:sldId id="256"/>
            <p14:sldId id="302"/>
            <p14:sldId id="259"/>
            <p14:sldId id="277"/>
            <p14:sldId id="258"/>
            <p14:sldId id="257"/>
            <p14:sldId id="280"/>
            <p14:sldId id="282"/>
            <p14:sldId id="283"/>
            <p14:sldId id="281"/>
            <p14:sldId id="284"/>
            <p14:sldId id="288"/>
            <p14:sldId id="290"/>
            <p14:sldId id="285"/>
            <p14:sldId id="286"/>
            <p14:sldId id="287"/>
            <p14:sldId id="266"/>
            <p14:sldId id="267"/>
            <p14:sldId id="289"/>
            <p14:sldId id="291"/>
            <p14:sldId id="292"/>
            <p14:sldId id="279"/>
            <p14:sldId id="276"/>
            <p14:sldId id="293"/>
            <p14:sldId id="295"/>
            <p14:sldId id="296"/>
            <p14:sldId id="297"/>
            <p14:sldId id="270"/>
            <p14:sldId id="271"/>
            <p14:sldId id="272"/>
            <p14:sldId id="274"/>
            <p14:sldId id="294"/>
            <p14:sldId id="300"/>
            <p14:sldId id="298"/>
            <p14:sldId id="299"/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6D45E5-844E-7692-794B-ADA9FC20339A}" v="10" dt="2026-03-15T13:18:07.288"/>
    <p1510:client id="{1DB80394-BC96-646C-2B5A-6E1A4FE30BFE}" v="188" dt="2026-03-15T19:20:49.950"/>
    <p1510:client id="{211598CC-5504-153C-D906-DD9AF37E928C}" v="325" dt="2026-03-15T14:34:43.391"/>
    <p1510:client id="{2833254E-1322-DB36-D0F5-79A07ECA8C6E}" v="200" dt="2026-03-15T14:23:09.760"/>
    <p1510:client id="{2C3D0A70-36AF-D601-4879-59F182B32890}" v="50" dt="2026-03-15T03:40:49.676"/>
    <p1510:client id="{412490AA-B130-7CC7-445C-BBBB9C17897C}" v="285" dt="2026-03-15T17:13:30.831"/>
    <p1510:client id="{4A73A6BD-4360-D81C-6F5A-8EA4FD7BD7C8}" v="163" dt="2026-03-15T13:07:56.486"/>
    <p1510:client id="{5390E65D-BFA7-E3B5-005F-82DDA9400241}" v="101" dt="2026-03-15T22:58:44.620"/>
    <p1510:client id="{559E8B54-B168-0B14-53EF-9DD0C7E87BC1}" v="30" dt="2026-03-16T01:43:56.454"/>
    <p1510:client id="{666954D0-2956-2E50-76C0-44FAB6592BA2}" v="55" dt="2026-03-15T12:40:02.540"/>
    <p1510:client id="{678B81FC-ED80-0F5F-AB67-1DB881810A55}" v="99" dt="2026-03-15T10:20:00.950"/>
    <p1510:client id="{6E7C9748-BBDD-4906-8720-8E7C5953B57C}" v="894" dt="2026-03-15T18:50:32.844"/>
    <p1510:client id="{87C5E6B8-4396-0D1F-C30D-E4BBECD5426D}" v="136" dt="2026-03-15T20:11:20.827"/>
    <p1510:client id="{97F82E5B-46FE-A8E0-ECAD-13DC0551E14A}" v="415" dt="2026-03-15T08:29:29.124"/>
    <p1510:client id="{9D6DAFA2-0BEC-9835-6E02-61B186DF90A5}" v="54" dt="2026-03-15T13:40:23.666"/>
    <p1510:client id="{AD926647-AB94-58DA-69F8-12AEDA47F6C0}" v="7" dt="2026-03-15T03:05:49.406"/>
    <p1510:client id="{B12ACBA5-41CB-EFD9-DCA2-5D5D69F4656B}" v="68" dt="2026-03-15T20:12:39.656"/>
    <p1510:client id="{C8A94101-103B-941C-0F3B-0F448A204593}" v="13" dt="2026-03-15T20:36:33.545"/>
    <p1510:client id="{D9908DF2-F854-98B0-A7FD-1169F2047804}" v="1" dt="2026-03-15T03:08:05.132"/>
    <p1510:client id="{DC50D7E7-8E5C-D7CC-BF04-9F2C3E661FD8}" v="1" dt="2026-03-15T05:01:42.848"/>
    <p1510:client id="{DD7FC789-7F14-11E4-5A4A-617BE667DDC9}" v="262" dt="2026-03-15T08:05:09.087"/>
    <p1510:client id="{EA0C6D33-6C23-DE4E-A10C-43F0B85FAED4}" v="10" dt="2026-03-15T03:27:03.046"/>
    <p1510:client id="{FBA948BC-5BBB-5552-02F1-CC27D1886532}" v="40" dt="2026-03-15T13:45:26.6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5"/>
  </p:normalViewPr>
  <p:slideViewPr>
    <p:cSldViewPr snapToGrid="0">
      <p:cViewPr varScale="1">
        <p:scale>
          <a:sx n="140" d="100"/>
          <a:sy n="140" d="100"/>
        </p:scale>
        <p:origin x="74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4751D1-28E9-4E1A-9DC3-0B62541C1C87}" type="datetimeFigureOut">
              <a:rPr lang="en-GB" smtClean="0"/>
              <a:t>16/03/2026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55782BC-DFD9-4CC0-80E6-F133DF47097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688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55782BC-DFD9-4CC0-80E6-F133DF47097A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99701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44440"/>
            <a:ext cx="4111920" cy="23785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Google Shape;11;p2"/>
          <p:cNvSpPr/>
          <p:nvPr/>
        </p:nvSpPr>
        <p:spPr>
          <a:xfrm rot="10800000">
            <a:off x="-1604160" y="-844560"/>
            <a:ext cx="3281040" cy="2132280"/>
          </a:xfrm>
          <a:custGeom>
            <a:avLst/>
            <a:gdLst>
              <a:gd name="textAreaLeft" fmla="*/ 0 w 3281040"/>
              <a:gd name="textAreaRight" fmla="*/ 3281400 w 3281040"/>
              <a:gd name="textAreaTop" fmla="*/ 0 h 2132280"/>
              <a:gd name="textAreaBottom" fmla="*/ 2132640 h 213228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" name="Google Shape;12;p2"/>
          <p:cNvSpPr/>
          <p:nvPr/>
        </p:nvSpPr>
        <p:spPr>
          <a:xfrm rot="11700000" flipH="1">
            <a:off x="-1514520" y="4121280"/>
            <a:ext cx="3953160" cy="1921320"/>
          </a:xfrm>
          <a:custGeom>
            <a:avLst/>
            <a:gdLst>
              <a:gd name="textAreaLeft" fmla="*/ -360 w 3953160"/>
              <a:gd name="textAreaRight" fmla="*/ 3953160 w 39531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713160" y="1477440"/>
            <a:ext cx="6575760" cy="1526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7" name="Google Shape;164;p11"/>
          <p:cNvSpPr/>
          <p:nvPr/>
        </p:nvSpPr>
        <p:spPr>
          <a:xfrm rot="19699800" flipH="1">
            <a:off x="-500400" y="-435960"/>
            <a:ext cx="1729080" cy="1397880"/>
          </a:xfrm>
          <a:custGeom>
            <a:avLst/>
            <a:gdLst>
              <a:gd name="textAreaLeft" fmla="*/ -360 w 1729080"/>
              <a:gd name="textAreaRight" fmla="*/ 1729080 w 1729080"/>
              <a:gd name="textAreaTop" fmla="*/ 0 h 1397880"/>
              <a:gd name="textAreaBottom" fmla="*/ 1398240 h 1397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" name="Google Shape;165;p11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" name="Google Shape;166;p11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0" name="Google Shape;167;p11"/>
          <p:cNvSpPr/>
          <p:nvPr/>
        </p:nvSpPr>
        <p:spPr>
          <a:xfrm rot="531600" flipH="1">
            <a:off x="-1223640" y="382932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1" name="Google Shape;168;p11"/>
          <p:cNvGrpSpPr/>
          <p:nvPr/>
        </p:nvGrpSpPr>
        <p:grpSpPr>
          <a:xfrm>
            <a:off x="7441560" y="289800"/>
            <a:ext cx="1366560" cy="1381680"/>
            <a:chOff x="7441560" y="289800"/>
            <a:chExt cx="1366560" cy="1381680"/>
          </a:xfrm>
        </p:grpSpPr>
        <p:sp>
          <p:nvSpPr>
            <p:cNvPr id="12" name="Google Shape;169;p11"/>
            <p:cNvSpPr/>
            <p:nvPr/>
          </p:nvSpPr>
          <p:spPr>
            <a:xfrm>
              <a:off x="7568640" y="41688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20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20" y="1983677"/>
                  </a:lnTo>
                  <a:cubicBezTo>
                    <a:pt x="1918906" y="1983677"/>
                    <a:pt x="1959864" y="1942814"/>
                    <a:pt x="1959864" y="1892427"/>
                  </a:cubicBezTo>
                  <a:lnTo>
                    <a:pt x="1959864" y="91345"/>
                  </a:lnTo>
                  <a:cubicBezTo>
                    <a:pt x="1959864" y="40958"/>
                    <a:pt x="1918906" y="0"/>
                    <a:pt x="1868520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" name="Google Shape;170;p11"/>
            <p:cNvSpPr/>
            <p:nvPr/>
          </p:nvSpPr>
          <p:spPr>
            <a:xfrm>
              <a:off x="7505280" y="289800"/>
              <a:ext cx="1239480" cy="1254600"/>
            </a:xfrm>
            <a:custGeom>
              <a:avLst/>
              <a:gdLst>
                <a:gd name="textAreaLeft" fmla="*/ 0 w 1239480"/>
                <a:gd name="textAreaRight" fmla="*/ 1239840 w 1239480"/>
                <a:gd name="textAreaTop" fmla="*/ 0 h 1254600"/>
                <a:gd name="textAreaBottom" fmla="*/ 1254960 h 1254600"/>
              </a:gdLst>
              <a:ahLst/>
              <a:cxnLst/>
              <a:rect l="textAreaLeft" t="textAreaTop" r="textAreaRight" b="textAreaBottom"/>
              <a:pathLst>
                <a:path w="1959864" h="1983676">
                  <a:moveTo>
                    <a:pt x="1868519" y="0"/>
                  </a:moveTo>
                  <a:lnTo>
                    <a:pt x="91345" y="0"/>
                  </a:lnTo>
                  <a:cubicBezTo>
                    <a:pt x="40958" y="0"/>
                    <a:pt x="0" y="40958"/>
                    <a:pt x="0" y="91345"/>
                  </a:cubicBezTo>
                  <a:lnTo>
                    <a:pt x="0" y="1892427"/>
                  </a:lnTo>
                  <a:cubicBezTo>
                    <a:pt x="0" y="1942814"/>
                    <a:pt x="40958" y="1983677"/>
                    <a:pt x="91345" y="1983677"/>
                  </a:cubicBezTo>
                  <a:lnTo>
                    <a:pt x="1868519" y="1983677"/>
                  </a:lnTo>
                  <a:cubicBezTo>
                    <a:pt x="1918907" y="1983677"/>
                    <a:pt x="1959865" y="1942814"/>
                    <a:pt x="1959865" y="1892427"/>
                  </a:cubicBezTo>
                  <a:lnTo>
                    <a:pt x="1959865" y="91345"/>
                  </a:lnTo>
                  <a:cubicBezTo>
                    <a:pt x="1959865" y="40958"/>
                    <a:pt x="1918907" y="0"/>
                    <a:pt x="1868519" y="0"/>
                  </a:cubicBezTo>
                  <a:close/>
                </a:path>
              </a:pathLst>
            </a:custGeom>
            <a:solidFill>
              <a:schemeClr val="accent5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4" name="Google Shape;171;p11"/>
            <p:cNvGrpSpPr/>
            <p:nvPr/>
          </p:nvGrpSpPr>
          <p:grpSpPr>
            <a:xfrm>
              <a:off x="7441560" y="353520"/>
              <a:ext cx="1237680" cy="1252800"/>
              <a:chOff x="7441560" y="353520"/>
              <a:chExt cx="1237680" cy="1252800"/>
            </a:xfrm>
          </p:grpSpPr>
          <p:sp>
            <p:nvSpPr>
              <p:cNvPr id="15" name="Google Shape;172;p11"/>
              <p:cNvSpPr/>
              <p:nvPr/>
            </p:nvSpPr>
            <p:spPr>
              <a:xfrm>
                <a:off x="7441560" y="353520"/>
                <a:ext cx="1237680" cy="125280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252800"/>
                  <a:gd name="textAreaBottom" fmla="*/ 1253160 h 1252800"/>
                </a:gdLst>
                <a:ahLst/>
                <a:cxnLst/>
                <a:rect l="textAreaLeft" t="textAreaTop" r="textAreaRight" b="textAreaBottom"/>
                <a:pathLst>
                  <a:path w="1959864" h="1983676">
                    <a:moveTo>
                      <a:pt x="1959864" y="91345"/>
                    </a:moveTo>
                    <a:lnTo>
                      <a:pt x="1959864" y="1892427"/>
                    </a:lnTo>
                    <a:cubicBezTo>
                      <a:pt x="1959864" y="1942814"/>
                      <a:pt x="1918907" y="1983677"/>
                      <a:pt x="1868520" y="1983677"/>
                    </a:cubicBezTo>
                    <a:lnTo>
                      <a:pt x="91345" y="1983677"/>
                    </a:lnTo>
                    <a:cubicBezTo>
                      <a:pt x="40958" y="1983677"/>
                      <a:pt x="0" y="1942814"/>
                      <a:pt x="0" y="1892427"/>
                    </a:cubicBezTo>
                    <a:lnTo>
                      <a:pt x="0" y="91345"/>
                    </a:lnTo>
                    <a:cubicBezTo>
                      <a:pt x="0" y="40958"/>
                      <a:pt x="40958" y="0"/>
                      <a:pt x="91345" y="0"/>
                    </a:cubicBezTo>
                    <a:lnTo>
                      <a:pt x="1868520" y="0"/>
                    </a:lnTo>
                    <a:cubicBezTo>
                      <a:pt x="1918907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6" name="Google Shape;173;p11"/>
              <p:cNvSpPr/>
              <p:nvPr/>
            </p:nvSpPr>
            <p:spPr>
              <a:xfrm>
                <a:off x="7441560" y="353520"/>
                <a:ext cx="1237680" cy="108360"/>
              </a:xfrm>
              <a:custGeom>
                <a:avLst/>
                <a:gdLst>
                  <a:gd name="textAreaLeft" fmla="*/ 0 w 1237680"/>
                  <a:gd name="textAreaRight" fmla="*/ 1238040 w 1237680"/>
                  <a:gd name="textAreaTop" fmla="*/ 0 h 108360"/>
                  <a:gd name="textAreaBottom" fmla="*/ 108720 h 108360"/>
                </a:gdLst>
                <a:ahLst/>
                <a:cxnLst/>
                <a:rect l="textAreaLeft" t="textAreaTop" r="textAreaRight" b="textAreaBottom"/>
                <a:pathLst>
                  <a:path w="1959958" h="172307">
                    <a:moveTo>
                      <a:pt x="1959959" y="91345"/>
                    </a:moveTo>
                    <a:lnTo>
                      <a:pt x="1959959" y="172307"/>
                    </a:lnTo>
                    <a:lnTo>
                      <a:pt x="0" y="172307"/>
                    </a:lnTo>
                    <a:lnTo>
                      <a:pt x="0" y="91345"/>
                    </a:lnTo>
                    <a:cubicBezTo>
                      <a:pt x="0" y="40958"/>
                      <a:pt x="40957" y="0"/>
                      <a:pt x="91344" y="0"/>
                    </a:cubicBezTo>
                    <a:lnTo>
                      <a:pt x="1868519" y="0"/>
                    </a:lnTo>
                    <a:cubicBezTo>
                      <a:pt x="1918906" y="0"/>
                      <a:pt x="1959864" y="40958"/>
                      <a:pt x="1959864" y="91345"/>
                    </a:cubicBezTo>
                    <a:close/>
                  </a:path>
                </a:pathLst>
              </a:custGeom>
              <a:solidFill>
                <a:srgbClr val="000000">
                  <a:alpha val="10000"/>
                </a:srgbClr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7" name="Google Shape;174;p11"/>
              <p:cNvGrpSpPr/>
              <p:nvPr/>
            </p:nvGrpSpPr>
            <p:grpSpPr>
              <a:xfrm>
                <a:off x="7498800" y="394920"/>
                <a:ext cx="160920" cy="40320"/>
                <a:chOff x="7498800" y="394920"/>
                <a:chExt cx="160920" cy="40320"/>
              </a:xfrm>
            </p:grpSpPr>
            <p:sp>
              <p:nvSpPr>
                <p:cNvPr id="18" name="Google Shape;175;p11"/>
                <p:cNvSpPr/>
                <p:nvPr/>
              </p:nvSpPr>
              <p:spPr>
                <a:xfrm>
                  <a:off x="76194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9" name="Google Shape;176;p11"/>
                <p:cNvSpPr/>
                <p:nvPr/>
              </p:nvSpPr>
              <p:spPr>
                <a:xfrm>
                  <a:off x="755928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0" name="Google Shape;177;p11"/>
                <p:cNvSpPr/>
                <p:nvPr/>
              </p:nvSpPr>
              <p:spPr>
                <a:xfrm>
                  <a:off x="7498800" y="394920"/>
                  <a:ext cx="40320" cy="40320"/>
                </a:xfrm>
                <a:custGeom>
                  <a:avLst/>
                  <a:gdLst>
                    <a:gd name="textAreaLeft" fmla="*/ 0 w 40320"/>
                    <a:gd name="textAreaRight" fmla="*/ 40680 w 40320"/>
                    <a:gd name="textAreaTop" fmla="*/ 0 h 40320"/>
                    <a:gd name="textAreaBottom" fmla="*/ 40680 h 40320"/>
                  </a:gdLst>
                  <a:ahLst/>
                  <a:cxnLst/>
                  <a:rect l="textAreaLeft" t="textAreaTop" r="textAreaRight" b="textAreaBottom"/>
                  <a:pathLst>
                    <a:path w="64389" h="64389">
                      <a:moveTo>
                        <a:pt x="64389" y="32195"/>
                      </a:moveTo>
                      <a:cubicBezTo>
                        <a:pt x="64389" y="50006"/>
                        <a:pt x="50006" y="64389"/>
                        <a:pt x="32195" y="64389"/>
                      </a:cubicBezTo>
                      <a:cubicBezTo>
                        <a:pt x="14383" y="64389"/>
                        <a:pt x="0" y="50006"/>
                        <a:pt x="0" y="32195"/>
                      </a:cubicBezTo>
                      <a:cubicBezTo>
                        <a:pt x="0" y="14383"/>
                        <a:pt x="14383" y="0"/>
                        <a:pt x="32195" y="0"/>
                      </a:cubicBezTo>
                      <a:cubicBezTo>
                        <a:pt x="50006" y="0"/>
                        <a:pt x="64389" y="14383"/>
                        <a:pt x="64389" y="3219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0160" bIns="201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21" name="Google Shape;178;p11"/>
            <p:cNvGrpSpPr/>
            <p:nvPr/>
          </p:nvGrpSpPr>
          <p:grpSpPr>
            <a:xfrm>
              <a:off x="7612200" y="595080"/>
              <a:ext cx="896400" cy="922320"/>
              <a:chOff x="7612200" y="595080"/>
              <a:chExt cx="896400" cy="922320"/>
            </a:xfrm>
          </p:grpSpPr>
          <p:grpSp>
            <p:nvGrpSpPr>
              <p:cNvPr id="22" name="Google Shape;179;p11"/>
              <p:cNvGrpSpPr/>
              <p:nvPr/>
            </p:nvGrpSpPr>
            <p:grpSpPr>
              <a:xfrm>
                <a:off x="7612200" y="1245600"/>
                <a:ext cx="381960" cy="264960"/>
                <a:chOff x="7612200" y="1245600"/>
                <a:chExt cx="381960" cy="264960"/>
              </a:xfrm>
            </p:grpSpPr>
            <p:sp>
              <p:nvSpPr>
                <p:cNvPr id="23" name="Google Shape;180;p11"/>
                <p:cNvSpPr/>
                <p:nvPr/>
              </p:nvSpPr>
              <p:spPr>
                <a:xfrm>
                  <a:off x="7612200" y="12456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" name="Google Shape;181;p11"/>
                <p:cNvSpPr/>
                <p:nvPr/>
              </p:nvSpPr>
              <p:spPr>
                <a:xfrm>
                  <a:off x="7775280" y="12456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9" y="0"/>
                      </a:lnTo>
                      <a:lnTo>
                        <a:pt x="18249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" name="Google Shape;182;p11"/>
                <p:cNvSpPr/>
                <p:nvPr/>
              </p:nvSpPr>
              <p:spPr>
                <a:xfrm>
                  <a:off x="7902720" y="12456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6" y="0"/>
                      </a:lnTo>
                      <a:lnTo>
                        <a:pt x="14487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" name="Google Shape;183;p11"/>
                <p:cNvSpPr/>
                <p:nvPr/>
              </p:nvSpPr>
              <p:spPr>
                <a:xfrm>
                  <a:off x="7686000" y="132300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" name="Google Shape;184;p11"/>
                <p:cNvSpPr/>
                <p:nvPr/>
              </p:nvSpPr>
              <p:spPr>
                <a:xfrm>
                  <a:off x="7612200" y="132300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" name="Google Shape;185;p11"/>
                <p:cNvSpPr/>
                <p:nvPr/>
              </p:nvSpPr>
              <p:spPr>
                <a:xfrm>
                  <a:off x="7782120" y="1400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1" y="0"/>
                      </a:lnTo>
                      <a:lnTo>
                        <a:pt x="230791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" name="Google Shape;186;p11"/>
                <p:cNvSpPr/>
                <p:nvPr/>
              </p:nvSpPr>
              <p:spPr>
                <a:xfrm>
                  <a:off x="7941960" y="1400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8" y="0"/>
                      </a:lnTo>
                      <a:lnTo>
                        <a:pt x="8324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0" name="Google Shape;187;p11"/>
                <p:cNvSpPr/>
                <p:nvPr/>
              </p:nvSpPr>
              <p:spPr>
                <a:xfrm>
                  <a:off x="7612200" y="1400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1" name="Google Shape;188;p11"/>
                <p:cNvSpPr/>
                <p:nvPr/>
              </p:nvSpPr>
              <p:spPr>
                <a:xfrm>
                  <a:off x="7722000" y="147744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2" name="Google Shape;189;p11"/>
                <p:cNvSpPr/>
                <p:nvPr/>
              </p:nvSpPr>
              <p:spPr>
                <a:xfrm>
                  <a:off x="7612200" y="147744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3" name="Google Shape;190;p11"/>
              <p:cNvGrpSpPr/>
              <p:nvPr/>
            </p:nvGrpSpPr>
            <p:grpSpPr>
              <a:xfrm>
                <a:off x="8126280" y="595080"/>
                <a:ext cx="381600" cy="264960"/>
                <a:chOff x="8126280" y="595080"/>
                <a:chExt cx="381600" cy="264960"/>
              </a:xfrm>
            </p:grpSpPr>
            <p:sp>
              <p:nvSpPr>
                <p:cNvPr id="34" name="Google Shape;191;p11"/>
                <p:cNvSpPr/>
                <p:nvPr/>
              </p:nvSpPr>
              <p:spPr>
                <a:xfrm>
                  <a:off x="8126280" y="59508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5" name="Google Shape;192;p11"/>
                <p:cNvSpPr/>
                <p:nvPr/>
              </p:nvSpPr>
              <p:spPr>
                <a:xfrm>
                  <a:off x="8289360" y="59508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" name="Google Shape;193;p11"/>
                <p:cNvSpPr/>
                <p:nvPr/>
              </p:nvSpPr>
              <p:spPr>
                <a:xfrm>
                  <a:off x="8416800" y="59508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" name="Google Shape;194;p11"/>
                <p:cNvSpPr/>
                <p:nvPr/>
              </p:nvSpPr>
              <p:spPr>
                <a:xfrm>
                  <a:off x="8200080" y="672120"/>
                  <a:ext cx="307800" cy="33120"/>
                </a:xfrm>
                <a:custGeom>
                  <a:avLst/>
                  <a:gdLst>
                    <a:gd name="textAreaLeft" fmla="*/ 0 w 307800"/>
                    <a:gd name="textAreaRight" fmla="*/ 308160 w 3078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487965" h="52959">
                      <a:moveTo>
                        <a:pt x="0" y="0"/>
                      </a:moveTo>
                      <a:lnTo>
                        <a:pt x="487966" y="0"/>
                      </a:lnTo>
                      <a:lnTo>
                        <a:pt x="48796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8" name="Google Shape;195;p11"/>
                <p:cNvSpPr/>
                <p:nvPr/>
              </p:nvSpPr>
              <p:spPr>
                <a:xfrm>
                  <a:off x="8126280" y="672120"/>
                  <a:ext cx="56160" cy="33120"/>
                </a:xfrm>
                <a:custGeom>
                  <a:avLst/>
                  <a:gdLst>
                    <a:gd name="textAreaLeft" fmla="*/ 0 w 56160"/>
                    <a:gd name="textAreaRight" fmla="*/ 56520 w 5616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9630" h="52959">
                      <a:moveTo>
                        <a:pt x="0" y="0"/>
                      </a:moveTo>
                      <a:lnTo>
                        <a:pt x="89630" y="0"/>
                      </a:lnTo>
                      <a:lnTo>
                        <a:pt x="8963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" name="Google Shape;196;p11"/>
                <p:cNvSpPr/>
                <p:nvPr/>
              </p:nvSpPr>
              <p:spPr>
                <a:xfrm>
                  <a:off x="8296200" y="74952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" name="Google Shape;197;p11"/>
                <p:cNvSpPr/>
                <p:nvPr/>
              </p:nvSpPr>
              <p:spPr>
                <a:xfrm>
                  <a:off x="8455680" y="74952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" name="Google Shape;198;p11"/>
                <p:cNvSpPr/>
                <p:nvPr/>
              </p:nvSpPr>
              <p:spPr>
                <a:xfrm>
                  <a:off x="8126280" y="74952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" name="Google Shape;199;p11"/>
                <p:cNvSpPr/>
                <p:nvPr/>
              </p:nvSpPr>
              <p:spPr>
                <a:xfrm>
                  <a:off x="8236080" y="82692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3" name="Google Shape;200;p11"/>
                <p:cNvSpPr/>
                <p:nvPr/>
              </p:nvSpPr>
              <p:spPr>
                <a:xfrm>
                  <a:off x="8126280" y="82692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4" name="Google Shape;201;p11"/>
              <p:cNvGrpSpPr/>
              <p:nvPr/>
            </p:nvGrpSpPr>
            <p:grpSpPr>
              <a:xfrm>
                <a:off x="8126280" y="923400"/>
                <a:ext cx="381600" cy="191520"/>
                <a:chOff x="8126280" y="923400"/>
                <a:chExt cx="381600" cy="191520"/>
              </a:xfrm>
            </p:grpSpPr>
            <p:sp>
              <p:nvSpPr>
                <p:cNvPr id="45" name="Google Shape;202;p11"/>
                <p:cNvSpPr/>
                <p:nvPr/>
              </p:nvSpPr>
              <p:spPr>
                <a:xfrm>
                  <a:off x="8126280" y="923400"/>
                  <a:ext cx="149400" cy="33120"/>
                </a:xfrm>
                <a:custGeom>
                  <a:avLst/>
                  <a:gdLst>
                    <a:gd name="textAreaLeft" fmla="*/ 0 w 149400"/>
                    <a:gd name="textAreaRight" fmla="*/ 149760 w 1494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7077" h="52959">
                      <a:moveTo>
                        <a:pt x="0" y="0"/>
                      </a:moveTo>
                      <a:lnTo>
                        <a:pt x="237077" y="0"/>
                      </a:lnTo>
                      <a:lnTo>
                        <a:pt x="2370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6" name="Google Shape;203;p11"/>
                <p:cNvSpPr/>
                <p:nvPr/>
              </p:nvSpPr>
              <p:spPr>
                <a:xfrm>
                  <a:off x="8289360" y="923400"/>
                  <a:ext cx="114840" cy="33120"/>
                </a:xfrm>
                <a:custGeom>
                  <a:avLst/>
                  <a:gdLst>
                    <a:gd name="textAreaLeft" fmla="*/ 0 w 114840"/>
                    <a:gd name="textAreaRight" fmla="*/ 115200 w 1148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82498" h="52959">
                      <a:moveTo>
                        <a:pt x="0" y="0"/>
                      </a:moveTo>
                      <a:lnTo>
                        <a:pt x="182498" y="0"/>
                      </a:lnTo>
                      <a:lnTo>
                        <a:pt x="182498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7" name="Google Shape;204;p11"/>
                <p:cNvSpPr/>
                <p:nvPr/>
              </p:nvSpPr>
              <p:spPr>
                <a:xfrm>
                  <a:off x="8416800" y="923400"/>
                  <a:ext cx="91080" cy="33120"/>
                </a:xfrm>
                <a:custGeom>
                  <a:avLst/>
                  <a:gdLst>
                    <a:gd name="textAreaLeft" fmla="*/ 0 w 91080"/>
                    <a:gd name="textAreaRight" fmla="*/ 91440 w 9108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44875" h="52959">
                      <a:moveTo>
                        <a:pt x="0" y="0"/>
                      </a:moveTo>
                      <a:lnTo>
                        <a:pt x="144875" y="0"/>
                      </a:lnTo>
                      <a:lnTo>
                        <a:pt x="144875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8" name="Google Shape;205;p11"/>
                <p:cNvSpPr/>
                <p:nvPr/>
              </p:nvSpPr>
              <p:spPr>
                <a:xfrm>
                  <a:off x="8296200" y="1004400"/>
                  <a:ext cx="145440" cy="33120"/>
                </a:xfrm>
                <a:custGeom>
                  <a:avLst/>
                  <a:gdLst>
                    <a:gd name="textAreaLeft" fmla="*/ 0 w 145440"/>
                    <a:gd name="textAreaRight" fmla="*/ 145800 w 1454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30790" h="52959">
                      <a:moveTo>
                        <a:pt x="0" y="0"/>
                      </a:moveTo>
                      <a:lnTo>
                        <a:pt x="230790" y="0"/>
                      </a:lnTo>
                      <a:lnTo>
                        <a:pt x="230790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" name="Google Shape;206;p11"/>
                <p:cNvSpPr/>
                <p:nvPr/>
              </p:nvSpPr>
              <p:spPr>
                <a:xfrm>
                  <a:off x="8455680" y="1004400"/>
                  <a:ext cx="52200" cy="33120"/>
                </a:xfrm>
                <a:custGeom>
                  <a:avLst/>
                  <a:gdLst>
                    <a:gd name="textAreaLeft" fmla="*/ 0 w 52200"/>
                    <a:gd name="textAreaRight" fmla="*/ 52560 w 5220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83248" h="52959">
                      <a:moveTo>
                        <a:pt x="0" y="0"/>
                      </a:moveTo>
                      <a:lnTo>
                        <a:pt x="83249" y="0"/>
                      </a:lnTo>
                      <a:lnTo>
                        <a:pt x="83249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" name="Google Shape;207;p11"/>
                <p:cNvSpPr/>
                <p:nvPr/>
              </p:nvSpPr>
              <p:spPr>
                <a:xfrm>
                  <a:off x="8126280" y="1004400"/>
                  <a:ext cx="156240" cy="3312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47935" h="52959">
                      <a:moveTo>
                        <a:pt x="0" y="0"/>
                      </a:moveTo>
                      <a:lnTo>
                        <a:pt x="247936" y="0"/>
                      </a:lnTo>
                      <a:lnTo>
                        <a:pt x="247936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" name="Google Shape;208;p11"/>
                <p:cNvSpPr/>
                <p:nvPr/>
              </p:nvSpPr>
              <p:spPr>
                <a:xfrm>
                  <a:off x="8236080" y="1081800"/>
                  <a:ext cx="126720" cy="33120"/>
                </a:xfrm>
                <a:custGeom>
                  <a:avLst/>
                  <a:gdLst>
                    <a:gd name="textAreaLeft" fmla="*/ 0 w 126720"/>
                    <a:gd name="textAreaRight" fmla="*/ 127080 w 12672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200977" h="52959">
                      <a:moveTo>
                        <a:pt x="0" y="0"/>
                      </a:moveTo>
                      <a:lnTo>
                        <a:pt x="200977" y="0"/>
                      </a:lnTo>
                      <a:lnTo>
                        <a:pt x="20097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" name="Google Shape;209;p11"/>
                <p:cNvSpPr/>
                <p:nvPr/>
              </p:nvSpPr>
              <p:spPr>
                <a:xfrm>
                  <a:off x="8126280" y="1081800"/>
                  <a:ext cx="95040" cy="33120"/>
                </a:xfrm>
                <a:custGeom>
                  <a:avLst/>
                  <a:gdLst>
                    <a:gd name="textAreaLeft" fmla="*/ 0 w 95040"/>
                    <a:gd name="textAreaRight" fmla="*/ 95400 w 95040"/>
                    <a:gd name="textAreaTop" fmla="*/ 0 h 33120"/>
                    <a:gd name="textAreaBottom" fmla="*/ 33480 h 33120"/>
                  </a:gdLst>
                  <a:ahLst/>
                  <a:cxnLst/>
                  <a:rect l="textAreaLeft" t="textAreaTop" r="textAreaRight" b="textAreaBottom"/>
                  <a:pathLst>
                    <a:path w="151256" h="52959">
                      <a:moveTo>
                        <a:pt x="0" y="0"/>
                      </a:moveTo>
                      <a:lnTo>
                        <a:pt x="151257" y="0"/>
                      </a:lnTo>
                      <a:lnTo>
                        <a:pt x="151257" y="52959"/>
                      </a:lnTo>
                      <a:lnTo>
                        <a:pt x="0" y="52959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6560" bIns="165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3" name="Google Shape;210;p11"/>
              <p:cNvSpPr/>
              <p:nvPr/>
            </p:nvSpPr>
            <p:spPr>
              <a:xfrm>
                <a:off x="8126280" y="1240560"/>
                <a:ext cx="382320" cy="27684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276840"/>
                  <a:gd name="textAreaBottom" fmla="*/ 277200 h 276840"/>
                </a:gdLst>
                <a:ahLst/>
                <a:cxnLst/>
                <a:rect l="textAreaLeft" t="textAreaTop" r="textAreaRight" b="textAreaBottom"/>
                <a:pathLst>
                  <a:path w="605885" h="438816">
                    <a:moveTo>
                      <a:pt x="572167" y="0"/>
                    </a:moveTo>
                    <a:cubicBezTo>
                      <a:pt x="590789" y="0"/>
                      <a:pt x="605885" y="15096"/>
                      <a:pt x="605885" y="33718"/>
                    </a:cubicBezTo>
                    <a:lnTo>
                      <a:pt x="605885" y="405098"/>
                    </a:lnTo>
                    <a:cubicBezTo>
                      <a:pt x="605885" y="423720"/>
                      <a:pt x="590789" y="438817"/>
                      <a:pt x="572167" y="438817"/>
                    </a:cubicBezTo>
                    <a:lnTo>
                      <a:pt x="33718" y="438817"/>
                    </a:lnTo>
                    <a:cubicBezTo>
                      <a:pt x="15096" y="438817"/>
                      <a:pt x="0" y="423720"/>
                      <a:pt x="0" y="405098"/>
                    </a:cubicBezTo>
                    <a:lnTo>
                      <a:pt x="0" y="33718"/>
                    </a:lnTo>
                    <a:cubicBezTo>
                      <a:pt x="0" y="15096"/>
                      <a:pt x="15096" y="0"/>
                      <a:pt x="337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4" name="Google Shape;211;p11"/>
              <p:cNvSpPr/>
              <p:nvPr/>
            </p:nvSpPr>
            <p:spPr>
              <a:xfrm>
                <a:off x="7612200" y="598680"/>
                <a:ext cx="382320" cy="514800"/>
              </a:xfrm>
              <a:custGeom>
                <a:avLst/>
                <a:gdLst>
                  <a:gd name="textAreaLeft" fmla="*/ 0 w 382320"/>
                  <a:gd name="textAreaRight" fmla="*/ 382680 w 382320"/>
                  <a:gd name="textAreaTop" fmla="*/ 0 h 514800"/>
                  <a:gd name="textAreaBottom" fmla="*/ 515160 h 514800"/>
                </a:gdLst>
                <a:ahLst/>
                <a:cxnLst/>
                <a:rect l="textAreaLeft" t="textAreaTop" r="textAreaRight" b="textAreaBottom"/>
                <a:pathLst>
                  <a:path w="605885" h="815149">
                    <a:moveTo>
                      <a:pt x="554260" y="0"/>
                    </a:moveTo>
                    <a:cubicBezTo>
                      <a:pt x="582772" y="0"/>
                      <a:pt x="605885" y="23114"/>
                      <a:pt x="605885" y="51625"/>
                    </a:cubicBezTo>
                    <a:lnTo>
                      <a:pt x="605885" y="763524"/>
                    </a:lnTo>
                    <a:cubicBezTo>
                      <a:pt x="605885" y="792036"/>
                      <a:pt x="582771" y="815150"/>
                      <a:pt x="554260" y="815150"/>
                    </a:cubicBezTo>
                    <a:lnTo>
                      <a:pt x="51625" y="815150"/>
                    </a:lnTo>
                    <a:cubicBezTo>
                      <a:pt x="23113" y="815150"/>
                      <a:pt x="0" y="792036"/>
                      <a:pt x="0" y="763524"/>
                    </a:cubicBezTo>
                    <a:lnTo>
                      <a:pt x="0" y="51625"/>
                    </a:lnTo>
                    <a:cubicBezTo>
                      <a:pt x="0" y="23114"/>
                      <a:pt x="23113" y="0"/>
                      <a:pt x="51625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5" name="Google Shape;212;p11"/>
            <p:cNvGrpSpPr/>
            <p:nvPr/>
          </p:nvGrpSpPr>
          <p:grpSpPr>
            <a:xfrm>
              <a:off x="7553160" y="556200"/>
              <a:ext cx="492840" cy="600480"/>
              <a:chOff x="7553160" y="556200"/>
              <a:chExt cx="492840" cy="600480"/>
            </a:xfrm>
          </p:grpSpPr>
          <p:grpSp>
            <p:nvGrpSpPr>
              <p:cNvPr id="56" name="Google Shape;213;p11"/>
              <p:cNvGrpSpPr/>
              <p:nvPr/>
            </p:nvGrpSpPr>
            <p:grpSpPr>
              <a:xfrm>
                <a:off x="7566480" y="569520"/>
                <a:ext cx="472320" cy="579600"/>
                <a:chOff x="7566480" y="569520"/>
                <a:chExt cx="472320" cy="579600"/>
              </a:xfrm>
            </p:grpSpPr>
            <p:sp>
              <p:nvSpPr>
                <p:cNvPr id="57" name="Google Shape;214;p11"/>
                <p:cNvSpPr/>
                <p:nvPr/>
              </p:nvSpPr>
              <p:spPr>
                <a:xfrm>
                  <a:off x="7574400" y="114336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700278" y="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" name="Google Shape;215;p11"/>
                <p:cNvSpPr/>
                <p:nvPr/>
              </p:nvSpPr>
              <p:spPr>
                <a:xfrm>
                  <a:off x="7566480" y="57744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870680"/>
                      </a:moveTo>
                      <a:lnTo>
                        <a:pt x="0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" name="Google Shape;216;p11"/>
                <p:cNvSpPr/>
                <p:nvPr/>
              </p:nvSpPr>
              <p:spPr>
                <a:xfrm>
                  <a:off x="7582680" y="569520"/>
                  <a:ext cx="442080" cy="5760"/>
                </a:xfrm>
                <a:custGeom>
                  <a:avLst/>
                  <a:gdLst>
                    <a:gd name="textAreaLeft" fmla="*/ 0 w 442080"/>
                    <a:gd name="textAreaRight" fmla="*/ 442440 w 442080"/>
                    <a:gd name="textAreaTop" fmla="*/ 0 h 5760"/>
                    <a:gd name="textAreaBottom" fmla="*/ 6120 h 5760"/>
                  </a:gdLst>
                  <a:ahLst/>
                  <a:cxnLst/>
                  <a:rect l="textAreaLeft" t="textAreaTop" r="textAreaRight" b="textAreaBottom"/>
                  <a:pathLst>
                    <a:path w="700277" h="9525">
                      <a:moveTo>
                        <a:pt x="0" y="0"/>
                      </a:moveTo>
                      <a:lnTo>
                        <a:pt x="700278" y="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" bIns="2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" name="Google Shape;217;p11"/>
                <p:cNvSpPr/>
                <p:nvPr/>
              </p:nvSpPr>
              <p:spPr>
                <a:xfrm>
                  <a:off x="8033040" y="585360"/>
                  <a:ext cx="5760" cy="549720"/>
                </a:xfrm>
                <a:custGeom>
                  <a:avLst/>
                  <a:gdLst>
                    <a:gd name="textAreaLeft" fmla="*/ 0 w 5760"/>
                    <a:gd name="textAreaRight" fmla="*/ 6120 w 5760"/>
                    <a:gd name="textAreaTop" fmla="*/ 0 h 549720"/>
                    <a:gd name="textAreaBottom" fmla="*/ 550080 h 549720"/>
                  </a:gdLst>
                  <a:ahLst/>
                  <a:cxnLst/>
                  <a:rect l="textAreaLeft" t="textAreaTop" r="textAreaRight" b="textAreaBottom"/>
                  <a:pathLst>
                    <a:path w="9525" h="870680">
                      <a:moveTo>
                        <a:pt x="0" y="0"/>
                      </a:moveTo>
                      <a:lnTo>
                        <a:pt x="0" y="870680"/>
                      </a:lnTo>
                    </a:path>
                  </a:pathLst>
                </a:custGeom>
                <a:solidFill>
                  <a:schemeClr val="dk1"/>
                </a:solidFill>
                <a:ln w="12750" cap="rnd">
                  <a:solidFill>
                    <a:srgbClr val="35363B"/>
                  </a:solidFill>
                  <a:prstDash val="dashDot"/>
                  <a:miter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1" name="Google Shape;218;p11"/>
              <p:cNvGrpSpPr/>
              <p:nvPr/>
            </p:nvGrpSpPr>
            <p:grpSpPr>
              <a:xfrm>
                <a:off x="7553160" y="556200"/>
                <a:ext cx="492840" cy="600480"/>
                <a:chOff x="7553160" y="556200"/>
                <a:chExt cx="492840" cy="600480"/>
              </a:xfrm>
            </p:grpSpPr>
            <p:grpSp>
              <p:nvGrpSpPr>
                <p:cNvPr id="62" name="Google Shape;219;p11"/>
                <p:cNvGrpSpPr/>
                <p:nvPr/>
              </p:nvGrpSpPr>
              <p:grpSpPr>
                <a:xfrm>
                  <a:off x="7553160" y="556200"/>
                  <a:ext cx="492840" cy="26280"/>
                  <a:chOff x="7553160" y="556200"/>
                  <a:chExt cx="492840" cy="26280"/>
                </a:xfrm>
              </p:grpSpPr>
              <p:sp>
                <p:nvSpPr>
                  <p:cNvPr id="63" name="Google Shape;220;p11"/>
                  <p:cNvSpPr/>
                  <p:nvPr/>
                </p:nvSpPr>
                <p:spPr>
                  <a:xfrm>
                    <a:off x="755316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4" name="Google Shape;221;p11"/>
                  <p:cNvSpPr/>
                  <p:nvPr/>
                </p:nvSpPr>
                <p:spPr>
                  <a:xfrm>
                    <a:off x="778644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5" name="Google Shape;222;p11"/>
                  <p:cNvSpPr/>
                  <p:nvPr/>
                </p:nvSpPr>
                <p:spPr>
                  <a:xfrm>
                    <a:off x="8019720" y="5562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09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6" name="Google Shape;223;p11"/>
                <p:cNvGrpSpPr/>
                <p:nvPr/>
              </p:nvGrpSpPr>
              <p:grpSpPr>
                <a:xfrm>
                  <a:off x="7553160" y="843120"/>
                  <a:ext cx="492840" cy="26280"/>
                  <a:chOff x="7553160" y="843120"/>
                  <a:chExt cx="492840" cy="26280"/>
                </a:xfrm>
              </p:grpSpPr>
              <p:sp>
                <p:nvSpPr>
                  <p:cNvPr id="67" name="Google Shape;224;p11"/>
                  <p:cNvSpPr/>
                  <p:nvPr/>
                </p:nvSpPr>
                <p:spPr>
                  <a:xfrm>
                    <a:off x="755316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8" name="Google Shape;225;p11"/>
                  <p:cNvSpPr/>
                  <p:nvPr/>
                </p:nvSpPr>
                <p:spPr>
                  <a:xfrm>
                    <a:off x="8019720" y="84312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9" name="Google Shape;226;p11"/>
                <p:cNvGrpSpPr/>
                <p:nvPr/>
              </p:nvGrpSpPr>
              <p:grpSpPr>
                <a:xfrm>
                  <a:off x="7553160" y="1130400"/>
                  <a:ext cx="492840" cy="26280"/>
                  <a:chOff x="7553160" y="1130400"/>
                  <a:chExt cx="492840" cy="26280"/>
                </a:xfrm>
              </p:grpSpPr>
              <p:sp>
                <p:nvSpPr>
                  <p:cNvPr id="70" name="Google Shape;227;p11"/>
                  <p:cNvSpPr/>
                  <p:nvPr/>
                </p:nvSpPr>
                <p:spPr>
                  <a:xfrm>
                    <a:off x="755316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1" name="Google Shape;228;p11"/>
                  <p:cNvSpPr/>
                  <p:nvPr/>
                </p:nvSpPr>
                <p:spPr>
                  <a:xfrm>
                    <a:off x="778644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2" name="Google Shape;229;p11"/>
                  <p:cNvSpPr/>
                  <p:nvPr/>
                </p:nvSpPr>
                <p:spPr>
                  <a:xfrm>
                    <a:off x="8019720" y="1130400"/>
                    <a:ext cx="26280" cy="26280"/>
                  </a:xfrm>
                  <a:custGeom>
                    <a:avLst/>
                    <a:gdLst>
                      <a:gd name="textAreaLeft" fmla="*/ 0 w 26280"/>
                      <a:gd name="textAreaRight" fmla="*/ 26640 w 26280"/>
                      <a:gd name="textAreaTop" fmla="*/ 0 h 26280"/>
                      <a:gd name="textAreaBottom" fmla="*/ 26640 h 26280"/>
                    </a:gdLst>
                    <a:ahLst/>
                    <a:cxnLst/>
                    <a:rect l="textAreaLeft" t="textAreaTop" r="textAreaRight" b="textAreaBottom"/>
                    <a:pathLst>
                      <a:path w="41909" h="41910">
                        <a:moveTo>
                          <a:pt x="0" y="0"/>
                        </a:moveTo>
                        <a:lnTo>
                          <a:pt x="41910" y="0"/>
                        </a:lnTo>
                        <a:lnTo>
                          <a:pt x="41910" y="41910"/>
                        </a:lnTo>
                        <a:lnTo>
                          <a:pt x="0" y="4191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73" name="Google Shape;230;p11"/>
            <p:cNvGrpSpPr/>
            <p:nvPr/>
          </p:nvGrpSpPr>
          <p:grpSpPr>
            <a:xfrm>
              <a:off x="7821000" y="1008000"/>
              <a:ext cx="161640" cy="93960"/>
              <a:chOff x="7821000" y="1008000"/>
              <a:chExt cx="161640" cy="93960"/>
            </a:xfrm>
          </p:grpSpPr>
          <p:sp>
            <p:nvSpPr>
              <p:cNvPr id="74" name="Google Shape;231;p11"/>
              <p:cNvSpPr/>
              <p:nvPr/>
            </p:nvSpPr>
            <p:spPr>
              <a:xfrm>
                <a:off x="7821000" y="1008000"/>
                <a:ext cx="161640" cy="93960"/>
              </a:xfrm>
              <a:custGeom>
                <a:avLst/>
                <a:gdLst>
                  <a:gd name="textAreaLeft" fmla="*/ 0 w 161640"/>
                  <a:gd name="textAreaRight" fmla="*/ 162000 w 161640"/>
                  <a:gd name="textAreaTop" fmla="*/ 0 h 93960"/>
                  <a:gd name="textAreaBottom" fmla="*/ 94320 h 93960"/>
                </a:gdLst>
                <a:ahLst/>
                <a:cxnLst/>
                <a:rect l="textAreaLeft" t="textAreaTop" r="textAreaRight" b="textAreaBottom"/>
                <a:pathLst>
                  <a:path w="256508" h="149542">
                    <a:moveTo>
                      <a:pt x="218694" y="0"/>
                    </a:moveTo>
                    <a:cubicBezTo>
                      <a:pt x="239578" y="0"/>
                      <a:pt x="256508" y="16930"/>
                      <a:pt x="256508" y="37814"/>
                    </a:cubicBezTo>
                    <a:lnTo>
                      <a:pt x="256508" y="111728"/>
                    </a:lnTo>
                    <a:cubicBezTo>
                      <a:pt x="256508" y="132612"/>
                      <a:pt x="239578" y="149543"/>
                      <a:pt x="218694" y="149543"/>
                    </a:cubicBezTo>
                    <a:lnTo>
                      <a:pt x="37814" y="149543"/>
                    </a:lnTo>
                    <a:cubicBezTo>
                      <a:pt x="16930" y="149543"/>
                      <a:pt x="1" y="132612"/>
                      <a:pt x="1" y="111728"/>
                    </a:cubicBezTo>
                    <a:lnTo>
                      <a:pt x="1" y="37814"/>
                    </a:lnTo>
                    <a:cubicBezTo>
                      <a:pt x="1" y="16930"/>
                      <a:pt x="16930" y="0"/>
                      <a:pt x="3781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75" name="Google Shape;232;p11"/>
              <p:cNvGrpSpPr/>
              <p:nvPr/>
            </p:nvGrpSpPr>
            <p:grpSpPr>
              <a:xfrm>
                <a:off x="7842960" y="1024560"/>
                <a:ext cx="115920" cy="62280"/>
                <a:chOff x="7842960" y="1024560"/>
                <a:chExt cx="115920" cy="62280"/>
              </a:xfrm>
            </p:grpSpPr>
            <p:grpSp>
              <p:nvGrpSpPr>
                <p:cNvPr id="76" name="Google Shape;233;p11"/>
                <p:cNvGrpSpPr/>
                <p:nvPr/>
              </p:nvGrpSpPr>
              <p:grpSpPr>
                <a:xfrm>
                  <a:off x="7899120" y="1025640"/>
                  <a:ext cx="59760" cy="59760"/>
                  <a:chOff x="7899120" y="1025640"/>
                  <a:chExt cx="59760" cy="59760"/>
                </a:xfrm>
              </p:grpSpPr>
              <p:sp>
                <p:nvSpPr>
                  <p:cNvPr id="77" name="Google Shape;234;p11"/>
                  <p:cNvSpPr/>
                  <p:nvPr/>
                </p:nvSpPr>
                <p:spPr>
                  <a:xfrm>
                    <a:off x="7899120" y="1058760"/>
                    <a:ext cx="26640" cy="26640"/>
                  </a:xfrm>
                  <a:custGeom>
                    <a:avLst/>
                    <a:gdLst>
                      <a:gd name="textAreaLeft" fmla="*/ 0 w 26640"/>
                      <a:gd name="textAreaRight" fmla="*/ 27000 w 26640"/>
                      <a:gd name="textAreaTop" fmla="*/ 0 h 26640"/>
                      <a:gd name="textAreaBottom" fmla="*/ 27000 h 26640"/>
                    </a:gdLst>
                    <a:ahLst/>
                    <a:cxnLst/>
                    <a:rect l="textAreaLeft" t="textAreaTop" r="textAreaRight" b="textAreaBottom"/>
                    <a:pathLst>
                      <a:path w="42671" h="42672">
                        <a:moveTo>
                          <a:pt x="16764" y="31147"/>
                        </a:moveTo>
                        <a:lnTo>
                          <a:pt x="42672" y="5144"/>
                        </a:lnTo>
                        <a:lnTo>
                          <a:pt x="37529" y="0"/>
                        </a:lnTo>
                        <a:lnTo>
                          <a:pt x="11525" y="25908"/>
                        </a:lnTo>
                        <a:lnTo>
                          <a:pt x="6382" y="28765"/>
                        </a:lnTo>
                        <a:lnTo>
                          <a:pt x="0" y="38576"/>
                        </a:lnTo>
                        <a:lnTo>
                          <a:pt x="4096" y="42672"/>
                        </a:lnTo>
                        <a:lnTo>
                          <a:pt x="13906" y="36290"/>
                        </a:lnTo>
                        <a:lnTo>
                          <a:pt x="16764" y="31147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3320" bIns="13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78" name="Google Shape;235;p11"/>
                  <p:cNvSpPr/>
                  <p:nvPr/>
                </p:nvSpPr>
                <p:spPr>
                  <a:xfrm>
                    <a:off x="7917840" y="1025640"/>
                    <a:ext cx="41040" cy="41040"/>
                  </a:xfrm>
                  <a:custGeom>
                    <a:avLst/>
                    <a:gdLst>
                      <a:gd name="textAreaLeft" fmla="*/ 0 w 41040"/>
                      <a:gd name="textAreaRight" fmla="*/ 41400 w 41040"/>
                      <a:gd name="textAreaTop" fmla="*/ 0 h 41040"/>
                      <a:gd name="textAreaBottom" fmla="*/ 41400 h 41040"/>
                    </a:gdLst>
                    <a:ahLst/>
                    <a:cxnLst/>
                    <a:rect l="textAreaLeft" t="textAreaTop" r="textAreaRight" b="textAreaBottom"/>
                    <a:pathLst>
                      <a:path w="65418" h="65418">
                        <a:moveTo>
                          <a:pt x="36576" y="54845"/>
                        </a:moveTo>
                        <a:lnTo>
                          <a:pt x="63246" y="28175"/>
                        </a:lnTo>
                        <a:cubicBezTo>
                          <a:pt x="64008" y="27413"/>
                          <a:pt x="64484" y="26461"/>
                          <a:pt x="64770" y="25413"/>
                        </a:cubicBezTo>
                        <a:cubicBezTo>
                          <a:pt x="65627" y="21794"/>
                          <a:pt x="66866" y="13602"/>
                          <a:pt x="59341" y="6077"/>
                        </a:cubicBezTo>
                        <a:cubicBezTo>
                          <a:pt x="51816" y="-1447"/>
                          <a:pt x="43625" y="-209"/>
                          <a:pt x="40005" y="648"/>
                        </a:cubicBezTo>
                        <a:cubicBezTo>
                          <a:pt x="38958" y="934"/>
                          <a:pt x="38005" y="1410"/>
                          <a:pt x="37243" y="2172"/>
                        </a:cubicBezTo>
                        <a:lnTo>
                          <a:pt x="10573" y="28842"/>
                        </a:lnTo>
                        <a:cubicBezTo>
                          <a:pt x="14669" y="32938"/>
                          <a:pt x="14669" y="39701"/>
                          <a:pt x="10573" y="43796"/>
                        </a:cubicBezTo>
                        <a:lnTo>
                          <a:pt x="8287" y="46082"/>
                        </a:lnTo>
                        <a:lnTo>
                          <a:pt x="4286" y="42082"/>
                        </a:lnTo>
                        <a:lnTo>
                          <a:pt x="0" y="46368"/>
                        </a:lnTo>
                        <a:lnTo>
                          <a:pt x="19050" y="65418"/>
                        </a:lnTo>
                        <a:lnTo>
                          <a:pt x="23336" y="61132"/>
                        </a:lnTo>
                        <a:lnTo>
                          <a:pt x="19336" y="57131"/>
                        </a:lnTo>
                        <a:lnTo>
                          <a:pt x="21622" y="54845"/>
                        </a:lnTo>
                        <a:cubicBezTo>
                          <a:pt x="25718" y="50750"/>
                          <a:pt x="32481" y="50750"/>
                          <a:pt x="36576" y="54845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0520" bIns="205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79" name="Google Shape;236;p11"/>
                <p:cNvGrpSpPr/>
                <p:nvPr/>
              </p:nvGrpSpPr>
              <p:grpSpPr>
                <a:xfrm>
                  <a:off x="7842960" y="1024560"/>
                  <a:ext cx="61920" cy="62280"/>
                  <a:chOff x="7842960" y="1024560"/>
                  <a:chExt cx="61920" cy="62280"/>
                </a:xfrm>
              </p:grpSpPr>
              <p:sp>
                <p:nvSpPr>
                  <p:cNvPr id="80" name="Google Shape;237;p11"/>
                  <p:cNvSpPr/>
                  <p:nvPr/>
                </p:nvSpPr>
                <p:spPr>
                  <a:xfrm>
                    <a:off x="7842960" y="1024560"/>
                    <a:ext cx="61920" cy="62280"/>
                  </a:xfrm>
                  <a:custGeom>
                    <a:avLst/>
                    <a:gdLst>
                      <a:gd name="textAreaLeft" fmla="*/ 0 w 61920"/>
                      <a:gd name="textAreaRight" fmla="*/ 62280 w 61920"/>
                      <a:gd name="textAreaTop" fmla="*/ 0 h 62280"/>
                      <a:gd name="textAreaBottom" fmla="*/ 62640 h 62280"/>
                    </a:gdLst>
                    <a:ahLst/>
                    <a:cxnLst/>
                    <a:rect l="textAreaLeft" t="textAreaTop" r="textAreaRight" b="textAreaBottom"/>
                    <a:pathLst>
                      <a:path w="98773" h="98921">
                        <a:moveTo>
                          <a:pt x="40717" y="72440"/>
                        </a:moveTo>
                        <a:lnTo>
                          <a:pt x="72244" y="40912"/>
                        </a:lnTo>
                        <a:cubicBezTo>
                          <a:pt x="74149" y="39007"/>
                          <a:pt x="76721" y="38054"/>
                          <a:pt x="79388" y="38054"/>
                        </a:cubicBezTo>
                        <a:cubicBezTo>
                          <a:pt x="84341" y="38150"/>
                          <a:pt x="89389" y="36340"/>
                          <a:pt x="93199" y="32530"/>
                        </a:cubicBezTo>
                        <a:cubicBezTo>
                          <a:pt x="98247" y="27482"/>
                          <a:pt x="99866" y="20243"/>
                          <a:pt x="98057" y="13766"/>
                        </a:cubicBezTo>
                        <a:lnTo>
                          <a:pt x="88722" y="23100"/>
                        </a:lnTo>
                        <a:lnTo>
                          <a:pt x="78435" y="20338"/>
                        </a:lnTo>
                        <a:lnTo>
                          <a:pt x="75673" y="10051"/>
                        </a:lnTo>
                        <a:lnTo>
                          <a:pt x="85007" y="716"/>
                        </a:lnTo>
                        <a:cubicBezTo>
                          <a:pt x="78626" y="-1093"/>
                          <a:pt x="71482" y="526"/>
                          <a:pt x="66434" y="5574"/>
                        </a:cubicBezTo>
                        <a:cubicBezTo>
                          <a:pt x="62624" y="9384"/>
                          <a:pt x="60814" y="14432"/>
                          <a:pt x="60909" y="19385"/>
                        </a:cubicBezTo>
                        <a:cubicBezTo>
                          <a:pt x="60909" y="22052"/>
                          <a:pt x="59957" y="24624"/>
                          <a:pt x="58052" y="26529"/>
                        </a:cubicBezTo>
                        <a:lnTo>
                          <a:pt x="26524" y="58057"/>
                        </a:lnTo>
                        <a:cubicBezTo>
                          <a:pt x="24619" y="59962"/>
                          <a:pt x="22047" y="60914"/>
                          <a:pt x="19380" y="60914"/>
                        </a:cubicBezTo>
                        <a:cubicBezTo>
                          <a:pt x="14427" y="60819"/>
                          <a:pt x="9379" y="62629"/>
                          <a:pt x="5569" y="66439"/>
                        </a:cubicBezTo>
                        <a:cubicBezTo>
                          <a:pt x="-2146" y="74154"/>
                          <a:pt x="-1861" y="86918"/>
                          <a:pt x="6522" y="94252"/>
                        </a:cubicBezTo>
                        <a:cubicBezTo>
                          <a:pt x="13761" y="100634"/>
                          <a:pt x="24905" y="100443"/>
                          <a:pt x="32048" y="93871"/>
                        </a:cubicBezTo>
                        <a:cubicBezTo>
                          <a:pt x="36239" y="89966"/>
                          <a:pt x="38240" y="84632"/>
                          <a:pt x="38145" y="79393"/>
                        </a:cubicBezTo>
                        <a:cubicBezTo>
                          <a:pt x="38145" y="76821"/>
                          <a:pt x="39097" y="74249"/>
                          <a:pt x="41002" y="72440"/>
                        </a:cubicBezTo>
                        <a:close/>
                        <a:moveTo>
                          <a:pt x="16618" y="87965"/>
                        </a:moveTo>
                        <a:lnTo>
                          <a:pt x="10713" y="82060"/>
                        </a:lnTo>
                        <a:lnTo>
                          <a:pt x="12903" y="73964"/>
                        </a:lnTo>
                        <a:lnTo>
                          <a:pt x="21000" y="71773"/>
                        </a:lnTo>
                        <a:lnTo>
                          <a:pt x="26905" y="77678"/>
                        </a:lnTo>
                        <a:lnTo>
                          <a:pt x="24714" y="85775"/>
                        </a:lnTo>
                        <a:lnTo>
                          <a:pt x="16618" y="8796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31320" bIns="3132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81" name="Google Shape;238;p11"/>
                  <p:cNvSpPr/>
                  <p:nvPr/>
                </p:nvSpPr>
                <p:spPr>
                  <a:xfrm>
                    <a:off x="7868880" y="1051560"/>
                    <a:ext cx="9360" cy="9360"/>
                  </a:xfrm>
                  <a:custGeom>
                    <a:avLst/>
                    <a:gdLst>
                      <a:gd name="textAreaLeft" fmla="*/ 0 w 9360"/>
                      <a:gd name="textAreaRight" fmla="*/ 9720 w 9360"/>
                      <a:gd name="textAreaTop" fmla="*/ 0 h 9360"/>
                      <a:gd name="textAreaBottom" fmla="*/ 9720 h 9360"/>
                    </a:gdLst>
                    <a:ahLst/>
                    <a:cxnLst/>
                    <a:rect l="textAreaLeft" t="textAreaTop" r="textAreaRight" b="textAreaBottom"/>
                    <a:pathLst>
                      <a:path w="15573" h="15573">
                        <a:moveTo>
                          <a:pt x="786" y="14883"/>
                        </a:moveTo>
                        <a:lnTo>
                          <a:pt x="786" y="14883"/>
                        </a:lnTo>
                        <a:cubicBezTo>
                          <a:pt x="-262" y="13835"/>
                          <a:pt x="-262" y="12025"/>
                          <a:pt x="786" y="10882"/>
                        </a:cubicBezTo>
                        <a:lnTo>
                          <a:pt x="10882" y="786"/>
                        </a:lnTo>
                        <a:cubicBezTo>
                          <a:pt x="11930" y="-262"/>
                          <a:pt x="13740" y="-262"/>
                          <a:pt x="14788" y="786"/>
                        </a:cubicBezTo>
                        <a:lnTo>
                          <a:pt x="14788" y="786"/>
                        </a:lnTo>
                        <a:cubicBezTo>
                          <a:pt x="15835" y="1834"/>
                          <a:pt x="15835" y="3643"/>
                          <a:pt x="14788" y="4691"/>
                        </a:cubicBezTo>
                        <a:lnTo>
                          <a:pt x="4691" y="14788"/>
                        </a:lnTo>
                        <a:cubicBezTo>
                          <a:pt x="3643" y="15835"/>
                          <a:pt x="1834" y="15835"/>
                          <a:pt x="690" y="1478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4680" bIns="46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11008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title"/>
          </p:nvPr>
        </p:nvSpPr>
        <p:spPr>
          <a:xfrm>
            <a:off x="11008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title"/>
          </p:nvPr>
        </p:nvSpPr>
        <p:spPr>
          <a:xfrm>
            <a:off x="34192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title"/>
          </p:nvPr>
        </p:nvSpPr>
        <p:spPr>
          <a:xfrm>
            <a:off x="34192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title"/>
          </p:nvPr>
        </p:nvSpPr>
        <p:spPr>
          <a:xfrm>
            <a:off x="5737680" y="12034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8" name="PlaceHolder 7"/>
          <p:cNvSpPr>
            <a:spLocks noGrp="1"/>
          </p:cNvSpPr>
          <p:nvPr>
            <p:ph type="title"/>
          </p:nvPr>
        </p:nvSpPr>
        <p:spPr>
          <a:xfrm>
            <a:off x="5737680" y="27892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89" name="Google Shape;254;p13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90" name="Google Shape;255;p13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91" name="Google Shape;256;p13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92" name="Google Shape;257;p13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93" name="Google Shape;258;p13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94" name="Google Shape;259;p13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95" name="Google Shape;260;p13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6" name="Google Shape;261;p13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97" name="Google Shape;262;p13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98" name="Google Shape;263;p13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99" name="Google Shape;264;p13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00" name="Google Shape;265;p13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101" name="Google Shape;266;p13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102" name="Google Shape;267;p13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3" name="Google Shape;268;p13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4" name="Google Shape;269;p13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105" name="Google Shape;270;p13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6" name="Google Shape;271;p13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07" name="Google Shape;272;p13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108" name="Google Shape;273;p13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09" name="Google Shape;274;p13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  <p:sp>
        <p:nvSpPr>
          <p:cNvPr id="110" name="Google Shape;275;p13"/>
          <p:cNvSpPr/>
          <p:nvPr/>
        </p:nvSpPr>
        <p:spPr>
          <a:xfrm>
            <a:off x="63000" y="4828680"/>
            <a:ext cx="733680" cy="45000"/>
          </a:xfrm>
          <a:custGeom>
            <a:avLst/>
            <a:gdLst>
              <a:gd name="textAreaLeft" fmla="*/ 0 w 733680"/>
              <a:gd name="textAreaRight" fmla="*/ 734040 w 73368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111" name="Google Shape;276;p13"/>
          <p:cNvGrpSpPr/>
          <p:nvPr/>
        </p:nvGrpSpPr>
        <p:grpSpPr>
          <a:xfrm>
            <a:off x="103320" y="3891240"/>
            <a:ext cx="668160" cy="959400"/>
            <a:chOff x="103320" y="3891240"/>
            <a:chExt cx="668160" cy="959400"/>
          </a:xfrm>
        </p:grpSpPr>
        <p:grpSp>
          <p:nvGrpSpPr>
            <p:cNvPr id="112" name="Google Shape;277;p13"/>
            <p:cNvGrpSpPr/>
            <p:nvPr/>
          </p:nvGrpSpPr>
          <p:grpSpPr>
            <a:xfrm>
              <a:off x="103320" y="3891240"/>
              <a:ext cx="556920" cy="959400"/>
              <a:chOff x="103320" y="3891240"/>
              <a:chExt cx="556920" cy="959400"/>
            </a:xfrm>
          </p:grpSpPr>
          <p:grpSp>
            <p:nvGrpSpPr>
              <p:cNvPr id="113" name="Google Shape;278;p13"/>
              <p:cNvGrpSpPr/>
              <p:nvPr/>
            </p:nvGrpSpPr>
            <p:grpSpPr>
              <a:xfrm>
                <a:off x="444960" y="4033440"/>
                <a:ext cx="215280" cy="817200"/>
                <a:chOff x="444960" y="4033440"/>
                <a:chExt cx="215280" cy="817200"/>
              </a:xfrm>
            </p:grpSpPr>
            <p:sp>
              <p:nvSpPr>
                <p:cNvPr id="114" name="Google Shape;279;p13"/>
                <p:cNvSpPr/>
                <p:nvPr/>
              </p:nvSpPr>
              <p:spPr>
                <a:xfrm rot="21152400">
                  <a:off x="496800" y="4037040"/>
                  <a:ext cx="111240" cy="809640"/>
                </a:xfrm>
                <a:custGeom>
                  <a:avLst/>
                  <a:gdLst>
                    <a:gd name="textAreaLeft" fmla="*/ 0 w 111240"/>
                    <a:gd name="textAreaRight" fmla="*/ 111600 w 111240"/>
                    <a:gd name="textAreaTop" fmla="*/ 0 h 809640"/>
                    <a:gd name="textAreaBottom" fmla="*/ 810000 h 80964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5" name="Google Shape;280;p13"/>
                <p:cNvSpPr/>
                <p:nvPr/>
              </p:nvSpPr>
              <p:spPr>
                <a:xfrm>
                  <a:off x="488520" y="4073040"/>
                  <a:ext cx="37080" cy="37080"/>
                </a:xfrm>
                <a:custGeom>
                  <a:avLst/>
                  <a:gdLst>
                    <a:gd name="textAreaLeft" fmla="*/ 0 w 37080"/>
                    <a:gd name="textAreaRight" fmla="*/ 3744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16" name="Google Shape;281;p13"/>
                <p:cNvSpPr/>
                <p:nvPr/>
              </p:nvSpPr>
              <p:spPr>
                <a:xfrm>
                  <a:off x="496440" y="4132800"/>
                  <a:ext cx="37080" cy="37080"/>
                </a:xfrm>
                <a:custGeom>
                  <a:avLst/>
                  <a:gdLst>
                    <a:gd name="textAreaLeft" fmla="*/ 0 w 37080"/>
                    <a:gd name="textAreaRight" fmla="*/ 3744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17" name="Google Shape;282;p13"/>
                <p:cNvGrpSpPr/>
                <p:nvPr/>
              </p:nvGrpSpPr>
              <p:grpSpPr>
                <a:xfrm>
                  <a:off x="543600" y="4656600"/>
                  <a:ext cx="88560" cy="101520"/>
                  <a:chOff x="543600" y="4656600"/>
                  <a:chExt cx="88560" cy="101520"/>
                </a:xfrm>
              </p:grpSpPr>
              <p:sp>
                <p:nvSpPr>
                  <p:cNvPr id="118" name="Google Shape;283;p13"/>
                  <p:cNvSpPr/>
                  <p:nvPr/>
                </p:nvSpPr>
                <p:spPr>
                  <a:xfrm rot="21152400">
                    <a:off x="543960" y="466128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19" name="Google Shape;284;p13"/>
                  <p:cNvSpPr/>
                  <p:nvPr/>
                </p:nvSpPr>
                <p:spPr>
                  <a:xfrm rot="21152400">
                    <a:off x="547560" y="468684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0" name="Google Shape;285;p13"/>
                  <p:cNvSpPr/>
                  <p:nvPr/>
                </p:nvSpPr>
                <p:spPr>
                  <a:xfrm rot="21152400">
                    <a:off x="550080" y="471420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1" name="Google Shape;286;p13"/>
                  <p:cNvSpPr/>
                  <p:nvPr/>
                </p:nvSpPr>
                <p:spPr>
                  <a:xfrm rot="21152400">
                    <a:off x="553680" y="4739760"/>
                    <a:ext cx="77760" cy="12960"/>
                  </a:xfrm>
                  <a:custGeom>
                    <a:avLst/>
                    <a:gdLst>
                      <a:gd name="textAreaLeft" fmla="*/ 0 w 77760"/>
                      <a:gd name="textAreaRight" fmla="*/ 7812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22" name="Google Shape;287;p13"/>
              <p:cNvGrpSpPr/>
              <p:nvPr/>
            </p:nvGrpSpPr>
            <p:grpSpPr>
              <a:xfrm>
                <a:off x="280800" y="3891240"/>
                <a:ext cx="203760" cy="957240"/>
                <a:chOff x="280800" y="3891240"/>
                <a:chExt cx="203760" cy="957240"/>
              </a:xfrm>
            </p:grpSpPr>
            <p:sp>
              <p:nvSpPr>
                <p:cNvPr id="123" name="Google Shape;288;p13"/>
                <p:cNvSpPr/>
                <p:nvPr/>
              </p:nvSpPr>
              <p:spPr>
                <a:xfrm rot="21427800">
                  <a:off x="304200" y="3894480"/>
                  <a:ext cx="156240" cy="950400"/>
                </a:xfrm>
                <a:custGeom>
                  <a:avLst/>
                  <a:gdLst>
                    <a:gd name="textAreaLeft" fmla="*/ 0 w 156240"/>
                    <a:gd name="textAreaRight" fmla="*/ 156600 w 156240"/>
                    <a:gd name="textAreaTop" fmla="*/ 0 h 950400"/>
                    <a:gd name="textAreaBottom" fmla="*/ 950760 h 9504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24" name="Google Shape;289;p13"/>
                <p:cNvSpPr/>
                <p:nvPr/>
              </p:nvSpPr>
              <p:spPr>
                <a:xfrm>
                  <a:off x="342000" y="4295160"/>
                  <a:ext cx="77760" cy="77760"/>
                </a:xfrm>
                <a:custGeom>
                  <a:avLst/>
                  <a:gdLst>
                    <a:gd name="textAreaLeft" fmla="*/ 0 w 77760"/>
                    <a:gd name="textAreaRight" fmla="*/ 78120 w 77760"/>
                    <a:gd name="textAreaTop" fmla="*/ 0 h 77760"/>
                    <a:gd name="textAreaBottom" fmla="*/ 78120 h 7776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8880" bIns="38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25" name="Google Shape;290;p13"/>
                <p:cNvGrpSpPr/>
                <p:nvPr/>
              </p:nvGrpSpPr>
              <p:grpSpPr>
                <a:xfrm>
                  <a:off x="321840" y="4168440"/>
                  <a:ext cx="103320" cy="43920"/>
                  <a:chOff x="321840" y="4168440"/>
                  <a:chExt cx="103320" cy="43920"/>
                </a:xfrm>
              </p:grpSpPr>
              <p:sp>
                <p:nvSpPr>
                  <p:cNvPr id="126" name="Google Shape;291;p13"/>
                  <p:cNvSpPr/>
                  <p:nvPr/>
                </p:nvSpPr>
                <p:spPr>
                  <a:xfrm rot="21427800">
                    <a:off x="321840" y="417060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27" name="Google Shape;292;p13"/>
                  <p:cNvSpPr/>
                  <p:nvPr/>
                </p:nvSpPr>
                <p:spPr>
                  <a:xfrm rot="21427800">
                    <a:off x="323280" y="419652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28" name="Google Shape;293;p13"/>
                <p:cNvGrpSpPr/>
                <p:nvPr/>
              </p:nvGrpSpPr>
              <p:grpSpPr>
                <a:xfrm>
                  <a:off x="339480" y="4520880"/>
                  <a:ext cx="103320" cy="44280"/>
                  <a:chOff x="339480" y="4520880"/>
                  <a:chExt cx="103320" cy="44280"/>
                </a:xfrm>
              </p:grpSpPr>
              <p:sp>
                <p:nvSpPr>
                  <p:cNvPr id="129" name="Google Shape;294;p13"/>
                  <p:cNvSpPr/>
                  <p:nvPr/>
                </p:nvSpPr>
                <p:spPr>
                  <a:xfrm rot="21427800">
                    <a:off x="339480" y="452304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0" name="Google Shape;295;p13"/>
                  <p:cNvSpPr/>
                  <p:nvPr/>
                </p:nvSpPr>
                <p:spPr>
                  <a:xfrm rot="21427800">
                    <a:off x="340920" y="4549320"/>
                    <a:ext cx="101520" cy="12960"/>
                  </a:xfrm>
                  <a:custGeom>
                    <a:avLst/>
                    <a:gdLst>
                      <a:gd name="textAreaLeft" fmla="*/ 0 w 101520"/>
                      <a:gd name="textAreaRight" fmla="*/ 10188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131" name="Google Shape;296;p13"/>
              <p:cNvGrpSpPr/>
              <p:nvPr/>
            </p:nvGrpSpPr>
            <p:grpSpPr>
              <a:xfrm>
                <a:off x="103320" y="3966840"/>
                <a:ext cx="179280" cy="882360"/>
                <a:chOff x="103320" y="3966840"/>
                <a:chExt cx="179280" cy="882360"/>
              </a:xfrm>
            </p:grpSpPr>
            <p:sp>
              <p:nvSpPr>
                <p:cNvPr id="132" name="Google Shape;297;p13"/>
                <p:cNvSpPr/>
                <p:nvPr/>
              </p:nvSpPr>
              <p:spPr>
                <a:xfrm>
                  <a:off x="103320" y="3966840"/>
                  <a:ext cx="179280" cy="882360"/>
                </a:xfrm>
                <a:custGeom>
                  <a:avLst/>
                  <a:gdLst>
                    <a:gd name="textAreaLeft" fmla="*/ 0 w 179280"/>
                    <a:gd name="textAreaRight" fmla="*/ 179640 w 179280"/>
                    <a:gd name="textAreaTop" fmla="*/ 0 h 882360"/>
                    <a:gd name="textAreaBottom" fmla="*/ 882720 h 88236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33" name="Google Shape;298;p13"/>
                <p:cNvSpPr/>
                <p:nvPr/>
              </p:nvSpPr>
              <p:spPr>
                <a:xfrm>
                  <a:off x="138600" y="4035960"/>
                  <a:ext cx="109080" cy="109080"/>
                </a:xfrm>
                <a:custGeom>
                  <a:avLst/>
                  <a:gdLst>
                    <a:gd name="textAreaLeft" fmla="*/ 0 w 109080"/>
                    <a:gd name="textAreaRight" fmla="*/ 109440 w 109080"/>
                    <a:gd name="textAreaTop" fmla="*/ 0 h 109080"/>
                    <a:gd name="textAreaBottom" fmla="*/ 109440 h 10908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134" name="Google Shape;299;p13"/>
                <p:cNvGrpSpPr/>
                <p:nvPr/>
              </p:nvGrpSpPr>
              <p:grpSpPr>
                <a:xfrm>
                  <a:off x="136080" y="4547160"/>
                  <a:ext cx="113760" cy="38880"/>
                  <a:chOff x="136080" y="4547160"/>
                  <a:chExt cx="113760" cy="38880"/>
                </a:xfrm>
              </p:grpSpPr>
              <p:sp>
                <p:nvSpPr>
                  <p:cNvPr id="135" name="Google Shape;300;p13"/>
                  <p:cNvSpPr/>
                  <p:nvPr/>
                </p:nvSpPr>
                <p:spPr>
                  <a:xfrm>
                    <a:off x="136080" y="454716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6" name="Google Shape;301;p13"/>
                  <p:cNvSpPr/>
                  <p:nvPr/>
                </p:nvSpPr>
                <p:spPr>
                  <a:xfrm>
                    <a:off x="136080" y="457308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137" name="Google Shape;302;p13"/>
                <p:cNvGrpSpPr/>
                <p:nvPr/>
              </p:nvGrpSpPr>
              <p:grpSpPr>
                <a:xfrm>
                  <a:off x="136080" y="4745880"/>
                  <a:ext cx="113760" cy="38880"/>
                  <a:chOff x="136080" y="4745880"/>
                  <a:chExt cx="113760" cy="38880"/>
                </a:xfrm>
              </p:grpSpPr>
              <p:sp>
                <p:nvSpPr>
                  <p:cNvPr id="138" name="Google Shape;303;p13"/>
                  <p:cNvSpPr/>
                  <p:nvPr/>
                </p:nvSpPr>
                <p:spPr>
                  <a:xfrm>
                    <a:off x="136080" y="474588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139" name="Google Shape;304;p13"/>
                  <p:cNvSpPr/>
                  <p:nvPr/>
                </p:nvSpPr>
                <p:spPr>
                  <a:xfrm>
                    <a:off x="136080" y="4771800"/>
                    <a:ext cx="113760" cy="12960"/>
                  </a:xfrm>
                  <a:custGeom>
                    <a:avLst/>
                    <a:gdLst>
                      <a:gd name="textAreaLeft" fmla="*/ 0 w 113760"/>
                      <a:gd name="textAreaRight" fmla="*/ 11412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140" name="Google Shape;305;p13"/>
            <p:cNvGrpSpPr/>
            <p:nvPr/>
          </p:nvGrpSpPr>
          <p:grpSpPr>
            <a:xfrm>
              <a:off x="582480" y="4211280"/>
              <a:ext cx="189000" cy="638280"/>
              <a:chOff x="582480" y="4211280"/>
              <a:chExt cx="189000" cy="638280"/>
            </a:xfrm>
          </p:grpSpPr>
          <p:sp>
            <p:nvSpPr>
              <p:cNvPr id="141" name="Google Shape;306;p13"/>
              <p:cNvSpPr/>
              <p:nvPr/>
            </p:nvSpPr>
            <p:spPr>
              <a:xfrm rot="20968800">
                <a:off x="639720" y="4212720"/>
                <a:ext cx="74160" cy="635400"/>
              </a:xfrm>
              <a:custGeom>
                <a:avLst/>
                <a:gdLst>
                  <a:gd name="textAreaLeft" fmla="*/ 0 w 74160"/>
                  <a:gd name="textAreaRight" fmla="*/ 74520 w 74160"/>
                  <a:gd name="textAreaTop" fmla="*/ 0 h 635400"/>
                  <a:gd name="textAreaBottom" fmla="*/ 635760 h 63540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42" name="Google Shape;307;p13"/>
              <p:cNvSpPr/>
              <p:nvPr/>
            </p:nvSpPr>
            <p:spPr>
              <a:xfrm rot="20968800">
                <a:off x="668520" y="4374000"/>
                <a:ext cx="22680" cy="365400"/>
              </a:xfrm>
              <a:custGeom>
                <a:avLst/>
                <a:gdLst>
                  <a:gd name="textAreaLeft" fmla="*/ 0 w 22680"/>
                  <a:gd name="textAreaRight" fmla="*/ 23040 w 22680"/>
                  <a:gd name="textAreaTop" fmla="*/ 0 h 365400"/>
                  <a:gd name="textAreaBottom" fmla="*/ 365760 h 36540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43" name="Google Shape;308;p13"/>
          <p:cNvGrpSpPr/>
          <p:nvPr/>
        </p:nvGrpSpPr>
        <p:grpSpPr>
          <a:xfrm>
            <a:off x="150840" y="2823480"/>
            <a:ext cx="515520" cy="778680"/>
            <a:chOff x="150840" y="2823480"/>
            <a:chExt cx="515520" cy="778680"/>
          </a:xfrm>
        </p:grpSpPr>
        <p:grpSp>
          <p:nvGrpSpPr>
            <p:cNvPr id="144" name="Google Shape;309;p13"/>
            <p:cNvGrpSpPr/>
            <p:nvPr/>
          </p:nvGrpSpPr>
          <p:grpSpPr>
            <a:xfrm>
              <a:off x="276480" y="2823480"/>
              <a:ext cx="389880" cy="663840"/>
              <a:chOff x="276480" y="2823480"/>
              <a:chExt cx="389880" cy="663840"/>
            </a:xfrm>
          </p:grpSpPr>
          <p:sp>
            <p:nvSpPr>
              <p:cNvPr id="145" name="Google Shape;310;p13"/>
              <p:cNvSpPr/>
              <p:nvPr/>
            </p:nvSpPr>
            <p:spPr>
              <a:xfrm>
                <a:off x="276480" y="282348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46" name="Google Shape;311;p13"/>
              <p:cNvGrpSpPr/>
              <p:nvPr/>
            </p:nvGrpSpPr>
            <p:grpSpPr>
              <a:xfrm>
                <a:off x="332280" y="2909520"/>
                <a:ext cx="279000" cy="256320"/>
                <a:chOff x="332280" y="2909520"/>
                <a:chExt cx="279000" cy="256320"/>
              </a:xfrm>
            </p:grpSpPr>
            <p:sp>
              <p:nvSpPr>
                <p:cNvPr id="147" name="Google Shape;312;p13"/>
                <p:cNvSpPr/>
                <p:nvPr/>
              </p:nvSpPr>
              <p:spPr>
                <a:xfrm>
                  <a:off x="332280" y="29095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8" name="Google Shape;313;p13"/>
                <p:cNvSpPr/>
                <p:nvPr/>
              </p:nvSpPr>
              <p:spPr>
                <a:xfrm>
                  <a:off x="332280" y="29570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49" name="Google Shape;314;p13"/>
                <p:cNvSpPr/>
                <p:nvPr/>
              </p:nvSpPr>
              <p:spPr>
                <a:xfrm>
                  <a:off x="332280" y="3004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0" name="Google Shape;315;p13"/>
                <p:cNvSpPr/>
                <p:nvPr/>
              </p:nvSpPr>
              <p:spPr>
                <a:xfrm>
                  <a:off x="332280" y="3052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1" name="Google Shape;316;p13"/>
                <p:cNvSpPr/>
                <p:nvPr/>
              </p:nvSpPr>
              <p:spPr>
                <a:xfrm>
                  <a:off x="332280" y="30996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2" name="Google Shape;317;p13"/>
                <p:cNvSpPr/>
                <p:nvPr/>
              </p:nvSpPr>
              <p:spPr>
                <a:xfrm>
                  <a:off x="332280" y="314712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53" name="Google Shape;318;p13"/>
              <p:cNvGrpSpPr/>
              <p:nvPr/>
            </p:nvGrpSpPr>
            <p:grpSpPr>
              <a:xfrm>
                <a:off x="332280" y="3242520"/>
                <a:ext cx="279000" cy="161280"/>
                <a:chOff x="332280" y="3242520"/>
                <a:chExt cx="279000" cy="161280"/>
              </a:xfrm>
            </p:grpSpPr>
            <p:sp>
              <p:nvSpPr>
                <p:cNvPr id="154" name="Google Shape;319;p13"/>
                <p:cNvSpPr/>
                <p:nvPr/>
              </p:nvSpPr>
              <p:spPr>
                <a:xfrm>
                  <a:off x="332280" y="32425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5" name="Google Shape;320;p13"/>
                <p:cNvSpPr/>
                <p:nvPr/>
              </p:nvSpPr>
              <p:spPr>
                <a:xfrm>
                  <a:off x="332280" y="32900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6" name="Google Shape;321;p13"/>
                <p:cNvSpPr/>
                <p:nvPr/>
              </p:nvSpPr>
              <p:spPr>
                <a:xfrm>
                  <a:off x="332280" y="3337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57" name="Google Shape;322;p13"/>
                <p:cNvSpPr/>
                <p:nvPr/>
              </p:nvSpPr>
              <p:spPr>
                <a:xfrm>
                  <a:off x="332280" y="338508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58" name="Google Shape;323;p13"/>
              <p:cNvSpPr/>
              <p:nvPr/>
            </p:nvSpPr>
            <p:spPr>
              <a:xfrm>
                <a:off x="566640" y="282348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159" name="Google Shape;324;p13"/>
            <p:cNvGrpSpPr/>
            <p:nvPr/>
          </p:nvGrpSpPr>
          <p:grpSpPr>
            <a:xfrm>
              <a:off x="150840" y="2938320"/>
              <a:ext cx="389880" cy="663840"/>
              <a:chOff x="150840" y="2938320"/>
              <a:chExt cx="389880" cy="663840"/>
            </a:xfrm>
          </p:grpSpPr>
          <p:sp>
            <p:nvSpPr>
              <p:cNvPr id="160" name="Google Shape;325;p13"/>
              <p:cNvSpPr/>
              <p:nvPr/>
            </p:nvSpPr>
            <p:spPr>
              <a:xfrm>
                <a:off x="150840" y="293832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161" name="Google Shape;326;p13"/>
              <p:cNvGrpSpPr/>
              <p:nvPr/>
            </p:nvGrpSpPr>
            <p:grpSpPr>
              <a:xfrm>
                <a:off x="206280" y="3024360"/>
                <a:ext cx="279000" cy="256320"/>
                <a:chOff x="206280" y="3024360"/>
                <a:chExt cx="279000" cy="256320"/>
              </a:xfrm>
            </p:grpSpPr>
            <p:sp>
              <p:nvSpPr>
                <p:cNvPr id="162" name="Google Shape;327;p13"/>
                <p:cNvSpPr/>
                <p:nvPr/>
              </p:nvSpPr>
              <p:spPr>
                <a:xfrm>
                  <a:off x="206280" y="30243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3" name="Google Shape;328;p13"/>
                <p:cNvSpPr/>
                <p:nvPr/>
              </p:nvSpPr>
              <p:spPr>
                <a:xfrm>
                  <a:off x="206280" y="30718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4" name="Google Shape;329;p13"/>
                <p:cNvSpPr/>
                <p:nvPr/>
              </p:nvSpPr>
              <p:spPr>
                <a:xfrm>
                  <a:off x="206280" y="3119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5" name="Google Shape;330;p13"/>
                <p:cNvSpPr/>
                <p:nvPr/>
              </p:nvSpPr>
              <p:spPr>
                <a:xfrm>
                  <a:off x="206280" y="3166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6" name="Google Shape;331;p13"/>
                <p:cNvSpPr/>
                <p:nvPr/>
              </p:nvSpPr>
              <p:spPr>
                <a:xfrm>
                  <a:off x="206280" y="3214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67" name="Google Shape;332;p13"/>
                <p:cNvSpPr/>
                <p:nvPr/>
              </p:nvSpPr>
              <p:spPr>
                <a:xfrm>
                  <a:off x="206280" y="32619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168" name="Google Shape;333;p13"/>
              <p:cNvGrpSpPr/>
              <p:nvPr/>
            </p:nvGrpSpPr>
            <p:grpSpPr>
              <a:xfrm>
                <a:off x="206280" y="3357720"/>
                <a:ext cx="279000" cy="160920"/>
                <a:chOff x="206280" y="3357720"/>
                <a:chExt cx="279000" cy="160920"/>
              </a:xfrm>
            </p:grpSpPr>
            <p:sp>
              <p:nvSpPr>
                <p:cNvPr id="169" name="Google Shape;334;p13"/>
                <p:cNvSpPr/>
                <p:nvPr/>
              </p:nvSpPr>
              <p:spPr>
                <a:xfrm>
                  <a:off x="206280" y="33577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0" name="Google Shape;335;p13"/>
                <p:cNvSpPr/>
                <p:nvPr/>
              </p:nvSpPr>
              <p:spPr>
                <a:xfrm>
                  <a:off x="206280" y="34048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1" name="Google Shape;336;p13"/>
                <p:cNvSpPr/>
                <p:nvPr/>
              </p:nvSpPr>
              <p:spPr>
                <a:xfrm>
                  <a:off x="206280" y="3452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172" name="Google Shape;337;p13"/>
                <p:cNvSpPr/>
                <p:nvPr/>
              </p:nvSpPr>
              <p:spPr>
                <a:xfrm>
                  <a:off x="206280" y="349992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173" name="Google Shape;338;p13"/>
              <p:cNvSpPr/>
              <p:nvPr/>
            </p:nvSpPr>
            <p:spPr>
              <a:xfrm>
                <a:off x="440640" y="293832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74" name="Google Shape;339;p13"/>
          <p:cNvGrpSpPr/>
          <p:nvPr/>
        </p:nvGrpSpPr>
        <p:grpSpPr>
          <a:xfrm>
            <a:off x="361800" y="3601080"/>
            <a:ext cx="21600" cy="294120"/>
            <a:chOff x="361800" y="3601080"/>
            <a:chExt cx="21600" cy="294120"/>
          </a:xfrm>
        </p:grpSpPr>
        <p:sp>
          <p:nvSpPr>
            <p:cNvPr id="175" name="Google Shape;340;p13"/>
            <p:cNvSpPr/>
            <p:nvPr/>
          </p:nvSpPr>
          <p:spPr>
            <a:xfrm>
              <a:off x="372960" y="3611520"/>
              <a:ext cx="8280" cy="273240"/>
            </a:xfrm>
            <a:custGeom>
              <a:avLst/>
              <a:gdLst>
                <a:gd name="textAreaLeft" fmla="*/ 0 w 8280"/>
                <a:gd name="textAreaRight" fmla="*/ 8640 w 8280"/>
                <a:gd name="textAreaTop" fmla="*/ 0 h 273240"/>
                <a:gd name="textAreaBottom" fmla="*/ 273600 h 27324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6" name="Google Shape;341;p13"/>
            <p:cNvSpPr/>
            <p:nvPr/>
          </p:nvSpPr>
          <p:spPr>
            <a:xfrm>
              <a:off x="361800" y="3873600"/>
              <a:ext cx="21600" cy="216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7" name="Google Shape;342;p13"/>
            <p:cNvSpPr/>
            <p:nvPr/>
          </p:nvSpPr>
          <p:spPr>
            <a:xfrm>
              <a:off x="361800" y="3601080"/>
              <a:ext cx="21600" cy="21600"/>
            </a:xfrm>
            <a:custGeom>
              <a:avLst/>
              <a:gdLst>
                <a:gd name="textAreaLeft" fmla="*/ 0 w 21600"/>
                <a:gd name="textAreaRight" fmla="*/ 2196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11800" y="1032840"/>
            <a:ext cx="2804040" cy="100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9" name="PlaceHolder 2"/>
          <p:cNvSpPr>
            <a:spLocks noGrp="1"/>
          </p:cNvSpPr>
          <p:nvPr>
            <p:ph type="body"/>
          </p:nvPr>
        </p:nvSpPr>
        <p:spPr>
          <a:xfrm>
            <a:off x="566892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180" name="Google Shape;347;p14"/>
          <p:cNvSpPr/>
          <p:nvPr/>
        </p:nvSpPr>
        <p:spPr>
          <a:xfrm rot="19218600">
            <a:off x="-1265040" y="-661320"/>
            <a:ext cx="3096000" cy="2008800"/>
          </a:xfrm>
          <a:custGeom>
            <a:avLst/>
            <a:gdLst>
              <a:gd name="textAreaLeft" fmla="*/ 0 w 3096000"/>
              <a:gd name="textAreaRight" fmla="*/ 3096360 w 3096000"/>
              <a:gd name="textAreaTop" fmla="*/ 0 h 2008800"/>
              <a:gd name="textAreaBottom" fmla="*/ 2009160 h 2008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181" name="Google Shape;348;p14"/>
          <p:cNvSpPr/>
          <p:nvPr/>
        </p:nvSpPr>
        <p:spPr>
          <a:xfrm rot="14303400">
            <a:off x="-734760" y="4231800"/>
            <a:ext cx="2035800" cy="1508400"/>
          </a:xfrm>
          <a:custGeom>
            <a:avLst/>
            <a:gdLst>
              <a:gd name="textAreaLeft" fmla="*/ 0 w 2035800"/>
              <a:gd name="textAreaRight" fmla="*/ 2036160 w 203580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82" name="Google Shape;349;p14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183" name="Google Shape;350;p14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184" name="Google Shape;351;p14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5" name="Google Shape;352;p14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86" name="Google Shape;353;p14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187" name="Google Shape;354;p14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2013840" y="840960"/>
            <a:ext cx="511596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4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89" name="Google Shape;358;p15"/>
          <p:cNvSpPr/>
          <p:nvPr/>
        </p:nvSpPr>
        <p:spPr>
          <a:xfrm rot="9076800" flipH="1">
            <a:off x="7972920" y="-586080"/>
            <a:ext cx="1683360" cy="1672560"/>
          </a:xfrm>
          <a:custGeom>
            <a:avLst/>
            <a:gdLst>
              <a:gd name="textAreaLeft" fmla="*/ 360 w 1683360"/>
              <a:gd name="textAreaRight" fmla="*/ 1684080 w 1683360"/>
              <a:gd name="textAreaTop" fmla="*/ 0 h 1672560"/>
              <a:gd name="textAreaBottom" fmla="*/ 1672920 h 167256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190" name="Google Shape;359;p15"/>
          <p:cNvGrpSpPr/>
          <p:nvPr/>
        </p:nvGrpSpPr>
        <p:grpSpPr>
          <a:xfrm>
            <a:off x="682920" y="4696560"/>
            <a:ext cx="325440" cy="404280"/>
            <a:chOff x="682920" y="4696560"/>
            <a:chExt cx="325440" cy="404280"/>
          </a:xfrm>
        </p:grpSpPr>
        <p:sp>
          <p:nvSpPr>
            <p:cNvPr id="191" name="Google Shape;360;p15"/>
            <p:cNvSpPr/>
            <p:nvPr/>
          </p:nvSpPr>
          <p:spPr>
            <a:xfrm flipH="1">
              <a:off x="682920" y="4696560"/>
              <a:ext cx="325440" cy="404280"/>
            </a:xfrm>
            <a:custGeom>
              <a:avLst/>
              <a:gdLst>
                <a:gd name="textAreaLeft" fmla="*/ 360 w 325440"/>
                <a:gd name="textAreaRight" fmla="*/ 326160 w 32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435673" h="541115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192" name="Google Shape;361;p15"/>
            <p:cNvGrpSpPr/>
            <p:nvPr/>
          </p:nvGrpSpPr>
          <p:grpSpPr>
            <a:xfrm>
              <a:off x="715680" y="4719960"/>
              <a:ext cx="122760" cy="30600"/>
              <a:chOff x="715680" y="4719960"/>
              <a:chExt cx="122760" cy="30600"/>
            </a:xfrm>
          </p:grpSpPr>
          <p:sp>
            <p:nvSpPr>
              <p:cNvPr id="193" name="Google Shape;362;p15"/>
              <p:cNvSpPr/>
              <p:nvPr/>
            </p:nvSpPr>
            <p:spPr>
              <a:xfrm flipH="1">
                <a:off x="71532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4" name="Google Shape;363;p15"/>
              <p:cNvSpPr/>
              <p:nvPr/>
            </p:nvSpPr>
            <p:spPr>
              <a:xfrm flipH="1">
                <a:off x="76140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195" name="Google Shape;364;p15"/>
              <p:cNvSpPr/>
              <p:nvPr/>
            </p:nvSpPr>
            <p:spPr>
              <a:xfrm flipH="1">
                <a:off x="80748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9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196" name="Google Shape;365;p15"/>
          <p:cNvGrpSpPr/>
          <p:nvPr/>
        </p:nvGrpSpPr>
        <p:grpSpPr>
          <a:xfrm>
            <a:off x="713520" y="4774680"/>
            <a:ext cx="268560" cy="280440"/>
            <a:chOff x="713520" y="4774680"/>
            <a:chExt cx="268560" cy="280440"/>
          </a:xfrm>
        </p:grpSpPr>
        <p:sp>
          <p:nvSpPr>
            <p:cNvPr id="197" name="Google Shape;366;p15"/>
            <p:cNvSpPr/>
            <p:nvPr/>
          </p:nvSpPr>
          <p:spPr>
            <a:xfrm flipH="1">
              <a:off x="714960" y="4933440"/>
              <a:ext cx="267120" cy="121680"/>
            </a:xfrm>
            <a:custGeom>
              <a:avLst/>
              <a:gdLst>
                <a:gd name="textAreaLeft" fmla="*/ 360 w 267120"/>
                <a:gd name="textAreaRight" fmla="*/ 267840 w 26712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357473" h="163258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67;p15"/>
            <p:cNvSpPr/>
            <p:nvPr/>
          </p:nvSpPr>
          <p:spPr>
            <a:xfrm flipH="1">
              <a:off x="713160" y="4774680"/>
              <a:ext cx="264600" cy="134280"/>
            </a:xfrm>
            <a:custGeom>
              <a:avLst/>
              <a:gdLst>
                <a:gd name="textAreaLeft" fmla="*/ -360 w 264600"/>
                <a:gd name="textAreaRight" fmla="*/ 264600 w 2646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353948" h="180117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199" name="Google Shape;368;p15"/>
          <p:cNvGrpSpPr/>
          <p:nvPr/>
        </p:nvGrpSpPr>
        <p:grpSpPr>
          <a:xfrm>
            <a:off x="96120" y="4469400"/>
            <a:ext cx="354960" cy="643680"/>
            <a:chOff x="96120" y="4469400"/>
            <a:chExt cx="354960" cy="643680"/>
          </a:xfrm>
        </p:grpSpPr>
        <p:grpSp>
          <p:nvGrpSpPr>
            <p:cNvPr id="200" name="Google Shape;369;p15"/>
            <p:cNvGrpSpPr/>
            <p:nvPr/>
          </p:nvGrpSpPr>
          <p:grpSpPr>
            <a:xfrm>
              <a:off x="96120" y="4469400"/>
              <a:ext cx="354960" cy="643680"/>
              <a:chOff x="96120" y="4469400"/>
              <a:chExt cx="354960" cy="643680"/>
            </a:xfrm>
          </p:grpSpPr>
          <p:sp>
            <p:nvSpPr>
              <p:cNvPr id="201" name="Google Shape;370;p15"/>
              <p:cNvSpPr/>
              <p:nvPr/>
            </p:nvSpPr>
            <p:spPr>
              <a:xfrm flipH="1">
                <a:off x="96120" y="4469400"/>
                <a:ext cx="354960" cy="643680"/>
              </a:xfrm>
              <a:custGeom>
                <a:avLst/>
                <a:gdLst>
                  <a:gd name="textAreaLeft" fmla="*/ 360 w 354960"/>
                  <a:gd name="textAreaRight" fmla="*/ 355680 w 354960"/>
                  <a:gd name="textAreaTop" fmla="*/ 0 h 643680"/>
                  <a:gd name="textAreaBottom" fmla="*/ 644040 h 6436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2" name="Google Shape;371;p15"/>
              <p:cNvSpPr/>
              <p:nvPr/>
            </p:nvSpPr>
            <p:spPr>
              <a:xfrm flipH="1">
                <a:off x="111960" y="4502160"/>
                <a:ext cx="324000" cy="527760"/>
              </a:xfrm>
              <a:custGeom>
                <a:avLst/>
                <a:gdLst>
                  <a:gd name="textAreaLeft" fmla="*/ 360 w 324000"/>
                  <a:gd name="textAreaRight" fmla="*/ 324720 w 324000"/>
                  <a:gd name="textAreaTop" fmla="*/ 0 h 527760"/>
                  <a:gd name="textAreaBottom" fmla="*/ 528120 h 52776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03" name="Google Shape;372;p15"/>
            <p:cNvSpPr/>
            <p:nvPr/>
          </p:nvSpPr>
          <p:spPr>
            <a:xfrm flipH="1">
              <a:off x="127440" y="5065200"/>
              <a:ext cx="293040" cy="24120"/>
            </a:xfrm>
            <a:custGeom>
              <a:avLst/>
              <a:gdLst>
                <a:gd name="textAreaLeft" fmla="*/ 360 w 293040"/>
                <a:gd name="textAreaRight" fmla="*/ 293760 w 2930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04" name="Google Shape;373;p15"/>
          <p:cNvGrpSpPr/>
          <p:nvPr/>
        </p:nvGrpSpPr>
        <p:grpSpPr>
          <a:xfrm>
            <a:off x="7976160" y="116280"/>
            <a:ext cx="1061640" cy="558720"/>
            <a:chOff x="7976160" y="116280"/>
            <a:chExt cx="1061640" cy="558720"/>
          </a:xfrm>
        </p:grpSpPr>
        <p:sp>
          <p:nvSpPr>
            <p:cNvPr id="205" name="Google Shape;374;p15"/>
            <p:cNvSpPr/>
            <p:nvPr/>
          </p:nvSpPr>
          <p:spPr>
            <a:xfrm>
              <a:off x="7976160" y="11628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206" name="Google Shape;375;p15"/>
            <p:cNvGrpSpPr/>
            <p:nvPr/>
          </p:nvGrpSpPr>
          <p:grpSpPr>
            <a:xfrm>
              <a:off x="8325720" y="282960"/>
              <a:ext cx="281160" cy="319320"/>
              <a:chOff x="8325720" y="282960"/>
              <a:chExt cx="281160" cy="319320"/>
            </a:xfrm>
          </p:grpSpPr>
          <p:grpSp>
            <p:nvGrpSpPr>
              <p:cNvPr id="207" name="Google Shape;376;p15"/>
              <p:cNvGrpSpPr/>
              <p:nvPr/>
            </p:nvGrpSpPr>
            <p:grpSpPr>
              <a:xfrm>
                <a:off x="8325720" y="282960"/>
                <a:ext cx="281160" cy="319320"/>
                <a:chOff x="8325720" y="282960"/>
                <a:chExt cx="281160" cy="319320"/>
              </a:xfrm>
            </p:grpSpPr>
            <p:grpSp>
              <p:nvGrpSpPr>
                <p:cNvPr id="208" name="Google Shape;377;p15"/>
                <p:cNvGrpSpPr/>
                <p:nvPr/>
              </p:nvGrpSpPr>
              <p:grpSpPr>
                <a:xfrm>
                  <a:off x="8325720" y="481320"/>
                  <a:ext cx="281160" cy="120960"/>
                  <a:chOff x="8325720" y="481320"/>
                  <a:chExt cx="281160" cy="120960"/>
                </a:xfrm>
              </p:grpSpPr>
              <p:sp>
                <p:nvSpPr>
                  <p:cNvPr id="209" name="Google Shape;378;p15"/>
                  <p:cNvSpPr/>
                  <p:nvPr/>
                </p:nvSpPr>
                <p:spPr>
                  <a:xfrm>
                    <a:off x="8325720" y="50688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0" name="Google Shape;379;p15"/>
                  <p:cNvSpPr/>
                  <p:nvPr/>
                </p:nvSpPr>
                <p:spPr>
                  <a:xfrm>
                    <a:off x="8326080" y="48132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11" name="Google Shape;380;p15"/>
                <p:cNvGrpSpPr/>
                <p:nvPr/>
              </p:nvGrpSpPr>
              <p:grpSpPr>
                <a:xfrm>
                  <a:off x="8325720" y="381960"/>
                  <a:ext cx="281160" cy="120960"/>
                  <a:chOff x="8325720" y="381960"/>
                  <a:chExt cx="281160" cy="120960"/>
                </a:xfrm>
              </p:grpSpPr>
              <p:sp>
                <p:nvSpPr>
                  <p:cNvPr id="212" name="Google Shape;381;p15"/>
                  <p:cNvSpPr/>
                  <p:nvPr/>
                </p:nvSpPr>
                <p:spPr>
                  <a:xfrm>
                    <a:off x="8325720" y="407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3" name="Google Shape;382;p15"/>
                  <p:cNvSpPr/>
                  <p:nvPr/>
                </p:nvSpPr>
                <p:spPr>
                  <a:xfrm>
                    <a:off x="8326080" y="381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14" name="Google Shape;383;p15"/>
                <p:cNvGrpSpPr/>
                <p:nvPr/>
              </p:nvGrpSpPr>
              <p:grpSpPr>
                <a:xfrm>
                  <a:off x="8325720" y="282960"/>
                  <a:ext cx="281160" cy="120960"/>
                  <a:chOff x="8325720" y="282960"/>
                  <a:chExt cx="281160" cy="120960"/>
                </a:xfrm>
              </p:grpSpPr>
              <p:sp>
                <p:nvSpPr>
                  <p:cNvPr id="215" name="Google Shape;384;p15"/>
                  <p:cNvSpPr/>
                  <p:nvPr/>
                </p:nvSpPr>
                <p:spPr>
                  <a:xfrm>
                    <a:off x="8325720" y="308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16" name="Google Shape;385;p15"/>
                  <p:cNvSpPr/>
                  <p:nvPr/>
                </p:nvSpPr>
                <p:spPr>
                  <a:xfrm>
                    <a:off x="8326080" y="282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217" name="Google Shape;386;p15"/>
              <p:cNvSpPr/>
              <p:nvPr/>
            </p:nvSpPr>
            <p:spPr>
              <a:xfrm>
                <a:off x="8539920" y="34596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8" name="Google Shape;387;p15"/>
              <p:cNvSpPr/>
              <p:nvPr/>
            </p:nvSpPr>
            <p:spPr>
              <a:xfrm>
                <a:off x="8539920" y="4435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19" name="Google Shape;388;p15"/>
              <p:cNvSpPr/>
              <p:nvPr/>
            </p:nvSpPr>
            <p:spPr>
              <a:xfrm>
                <a:off x="8539920" y="5450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20" name="Google Shape;389;p15"/>
          <p:cNvGrpSpPr/>
          <p:nvPr/>
        </p:nvGrpSpPr>
        <p:grpSpPr>
          <a:xfrm>
            <a:off x="457560" y="4797720"/>
            <a:ext cx="217800" cy="15840"/>
            <a:chOff x="457560" y="4797720"/>
            <a:chExt cx="217800" cy="15840"/>
          </a:xfrm>
        </p:grpSpPr>
        <p:sp>
          <p:nvSpPr>
            <p:cNvPr id="221" name="Google Shape;390;p15"/>
            <p:cNvSpPr/>
            <p:nvPr/>
          </p:nvSpPr>
          <p:spPr>
            <a:xfrm rot="16200000" flipV="1">
              <a:off x="563400" y="4701240"/>
              <a:ext cx="5760" cy="20232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202320"/>
                <a:gd name="textAreaBottom" fmla="*/ 203040 h 2023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391;p15"/>
            <p:cNvSpPr/>
            <p:nvPr/>
          </p:nvSpPr>
          <p:spPr>
            <a:xfrm rot="16200000" flipV="1">
              <a:off x="45756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392;p15"/>
            <p:cNvSpPr/>
            <p:nvPr/>
          </p:nvSpPr>
          <p:spPr>
            <a:xfrm rot="16200000" flipV="1">
              <a:off x="65952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4" name="Google Shape;393;p15"/>
          <p:cNvSpPr/>
          <p:nvPr/>
        </p:nvSpPr>
        <p:spPr>
          <a:xfrm rot="21067200">
            <a:off x="7984080" y="4422600"/>
            <a:ext cx="1660680" cy="1342800"/>
          </a:xfrm>
          <a:custGeom>
            <a:avLst/>
            <a:gdLst>
              <a:gd name="textAreaLeft" fmla="*/ 0 w 1660680"/>
              <a:gd name="textAreaRight" fmla="*/ 1661040 w 1660680"/>
              <a:gd name="textAreaTop" fmla="*/ 0 h 1342800"/>
              <a:gd name="textAreaBottom" fmla="*/ 1343160 h 1342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5" name="Google Shape;394;p15"/>
          <p:cNvSpPr/>
          <p:nvPr/>
        </p:nvSpPr>
        <p:spPr>
          <a:xfrm rot="16454400" flipH="1">
            <a:off x="-1234800" y="72000"/>
            <a:ext cx="2404080" cy="1318320"/>
          </a:xfrm>
          <a:custGeom>
            <a:avLst/>
            <a:gdLst>
              <a:gd name="textAreaLeft" fmla="*/ -360 w 2404080"/>
              <a:gd name="textAreaRight" fmla="*/ 240408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28" name="Google Shape;403;p16"/>
          <p:cNvSpPr/>
          <p:nvPr/>
        </p:nvSpPr>
        <p:spPr>
          <a:xfrm rot="8800800" flipH="1">
            <a:off x="7902360" y="4181760"/>
            <a:ext cx="1679760" cy="1358280"/>
          </a:xfrm>
          <a:custGeom>
            <a:avLst/>
            <a:gdLst>
              <a:gd name="textAreaLeft" fmla="*/ 360 w 1679760"/>
              <a:gd name="textAreaRight" fmla="*/ 1680480 w 1679760"/>
              <a:gd name="textAreaTop" fmla="*/ 0 h 1358280"/>
              <a:gd name="textAreaBottom" fmla="*/ 1358640 h 13582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29" name="Google Shape;404;p16"/>
          <p:cNvSpPr/>
          <p:nvPr/>
        </p:nvSpPr>
        <p:spPr>
          <a:xfrm rot="12657600" flipH="1">
            <a:off x="-983160" y="4040280"/>
            <a:ext cx="2473920" cy="2000160"/>
          </a:xfrm>
          <a:custGeom>
            <a:avLst/>
            <a:gdLst>
              <a:gd name="textAreaLeft" fmla="*/ 360 w 2473920"/>
              <a:gd name="textAreaRight" fmla="*/ 2474640 w 2473920"/>
              <a:gd name="textAreaTop" fmla="*/ 0 h 2000160"/>
              <a:gd name="textAreaBottom" fmla="*/ 2000520 h 20001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0" name="Google Shape;405;p16"/>
          <p:cNvSpPr/>
          <p:nvPr/>
        </p:nvSpPr>
        <p:spPr>
          <a:xfrm rot="1554000" flipH="1">
            <a:off x="7562520" y="-663480"/>
            <a:ext cx="2112120" cy="2002320"/>
          </a:xfrm>
          <a:custGeom>
            <a:avLst/>
            <a:gdLst>
              <a:gd name="textAreaLeft" fmla="*/ -360 w 2112120"/>
              <a:gd name="textAreaRight" fmla="*/ 2112120 w 2112120"/>
              <a:gd name="textAreaTop" fmla="*/ 0 h 2002320"/>
              <a:gd name="textAreaBottom" fmla="*/ 2002680 h 2002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231" name="Google Shape;406;p16"/>
          <p:cNvSpPr/>
          <p:nvPr/>
        </p:nvSpPr>
        <p:spPr>
          <a:xfrm>
            <a:off x="63000" y="1725480"/>
            <a:ext cx="605880" cy="37080"/>
          </a:xfrm>
          <a:custGeom>
            <a:avLst/>
            <a:gdLst>
              <a:gd name="textAreaLeft" fmla="*/ 0 w 605880"/>
              <a:gd name="textAreaRight" fmla="*/ 606240 w 605880"/>
              <a:gd name="textAreaTop" fmla="*/ 0 h 37080"/>
              <a:gd name="textAreaBottom" fmla="*/ 37440 h 3708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18720" bIns="1872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232" name="Google Shape;407;p16"/>
          <p:cNvGrpSpPr/>
          <p:nvPr/>
        </p:nvGrpSpPr>
        <p:grpSpPr>
          <a:xfrm>
            <a:off x="96480" y="951120"/>
            <a:ext cx="551520" cy="792720"/>
            <a:chOff x="96480" y="951120"/>
            <a:chExt cx="551520" cy="792720"/>
          </a:xfrm>
        </p:grpSpPr>
        <p:grpSp>
          <p:nvGrpSpPr>
            <p:cNvPr id="233" name="Google Shape;408;p16"/>
            <p:cNvGrpSpPr/>
            <p:nvPr/>
          </p:nvGrpSpPr>
          <p:grpSpPr>
            <a:xfrm>
              <a:off x="96480" y="951120"/>
              <a:ext cx="459720" cy="792720"/>
              <a:chOff x="96480" y="951120"/>
              <a:chExt cx="459720" cy="792720"/>
            </a:xfrm>
          </p:grpSpPr>
          <p:grpSp>
            <p:nvGrpSpPr>
              <p:cNvPr id="234" name="Google Shape;409;p16"/>
              <p:cNvGrpSpPr/>
              <p:nvPr/>
            </p:nvGrpSpPr>
            <p:grpSpPr>
              <a:xfrm>
                <a:off x="378360" y="1068840"/>
                <a:ext cx="177840" cy="675000"/>
                <a:chOff x="378360" y="1068840"/>
                <a:chExt cx="177840" cy="675000"/>
              </a:xfrm>
            </p:grpSpPr>
            <p:sp>
              <p:nvSpPr>
                <p:cNvPr id="235" name="Google Shape;410;p16"/>
                <p:cNvSpPr/>
                <p:nvPr/>
              </p:nvSpPr>
              <p:spPr>
                <a:xfrm rot="21152400">
                  <a:off x="421200" y="1071720"/>
                  <a:ext cx="91800" cy="668880"/>
                </a:xfrm>
                <a:custGeom>
                  <a:avLst/>
                  <a:gdLst>
                    <a:gd name="textAreaLeft" fmla="*/ 0 w 91800"/>
                    <a:gd name="textAreaRight" fmla="*/ 92160 w 91800"/>
                    <a:gd name="textAreaTop" fmla="*/ 0 h 668880"/>
                    <a:gd name="textAreaBottom" fmla="*/ 669240 h 66888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6" name="Google Shape;411;p16"/>
                <p:cNvSpPr/>
                <p:nvPr/>
              </p:nvSpPr>
              <p:spPr>
                <a:xfrm>
                  <a:off x="414720" y="1101600"/>
                  <a:ext cx="30600" cy="30600"/>
                </a:xfrm>
                <a:custGeom>
                  <a:avLst/>
                  <a:gdLst>
                    <a:gd name="textAreaLeft" fmla="*/ 0 w 30600"/>
                    <a:gd name="textAreaRight" fmla="*/ 30960 w 30600"/>
                    <a:gd name="textAreaTop" fmla="*/ 0 h 30600"/>
                    <a:gd name="textAreaBottom" fmla="*/ 30960 h 3060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5480" bIns="15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37" name="Google Shape;412;p16"/>
                <p:cNvSpPr/>
                <p:nvPr/>
              </p:nvSpPr>
              <p:spPr>
                <a:xfrm>
                  <a:off x="421200" y="1150920"/>
                  <a:ext cx="30600" cy="30600"/>
                </a:xfrm>
                <a:custGeom>
                  <a:avLst/>
                  <a:gdLst>
                    <a:gd name="textAreaLeft" fmla="*/ 0 w 30600"/>
                    <a:gd name="textAreaRight" fmla="*/ 30960 w 30600"/>
                    <a:gd name="textAreaTop" fmla="*/ 0 h 30600"/>
                    <a:gd name="textAreaBottom" fmla="*/ 30960 h 3060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5480" bIns="154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38" name="Google Shape;413;p16"/>
                <p:cNvGrpSpPr/>
                <p:nvPr/>
              </p:nvGrpSpPr>
              <p:grpSpPr>
                <a:xfrm>
                  <a:off x="460080" y="1583280"/>
                  <a:ext cx="73080" cy="84240"/>
                  <a:chOff x="460080" y="1583280"/>
                  <a:chExt cx="73080" cy="84240"/>
                </a:xfrm>
              </p:grpSpPr>
              <p:sp>
                <p:nvSpPr>
                  <p:cNvPr id="239" name="Google Shape;414;p16"/>
                  <p:cNvSpPr/>
                  <p:nvPr/>
                </p:nvSpPr>
                <p:spPr>
                  <a:xfrm rot="21152400">
                    <a:off x="460440" y="158724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0" name="Google Shape;415;p16"/>
                  <p:cNvSpPr/>
                  <p:nvPr/>
                </p:nvSpPr>
                <p:spPr>
                  <a:xfrm rot="21152400">
                    <a:off x="463320" y="160848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1" name="Google Shape;416;p16"/>
                  <p:cNvSpPr/>
                  <p:nvPr/>
                </p:nvSpPr>
                <p:spPr>
                  <a:xfrm rot="21152400">
                    <a:off x="465480" y="163116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2" name="Google Shape;417;p16"/>
                  <p:cNvSpPr/>
                  <p:nvPr/>
                </p:nvSpPr>
                <p:spPr>
                  <a:xfrm rot="21152400">
                    <a:off x="468360" y="1652400"/>
                    <a:ext cx="64440" cy="10800"/>
                  </a:xfrm>
                  <a:custGeom>
                    <a:avLst/>
                    <a:gdLst>
                      <a:gd name="textAreaLeft" fmla="*/ 0 w 64440"/>
                      <a:gd name="textAreaRight" fmla="*/ 64800 w 6444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43" name="Google Shape;418;p16"/>
              <p:cNvGrpSpPr/>
              <p:nvPr/>
            </p:nvGrpSpPr>
            <p:grpSpPr>
              <a:xfrm>
                <a:off x="243000" y="951120"/>
                <a:ext cx="168120" cy="790200"/>
                <a:chOff x="243000" y="951120"/>
                <a:chExt cx="168120" cy="790200"/>
              </a:xfrm>
            </p:grpSpPr>
            <p:sp>
              <p:nvSpPr>
                <p:cNvPr id="244" name="Google Shape;419;p16"/>
                <p:cNvSpPr/>
                <p:nvPr/>
              </p:nvSpPr>
              <p:spPr>
                <a:xfrm rot="21427800">
                  <a:off x="262440" y="953640"/>
                  <a:ext cx="128880" cy="784800"/>
                </a:xfrm>
                <a:custGeom>
                  <a:avLst/>
                  <a:gdLst>
                    <a:gd name="textAreaLeft" fmla="*/ 0 w 128880"/>
                    <a:gd name="textAreaRight" fmla="*/ 129240 w 128880"/>
                    <a:gd name="textAreaTop" fmla="*/ 0 h 784800"/>
                    <a:gd name="textAreaBottom" fmla="*/ 785160 h 7848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45" name="Google Shape;420;p16"/>
                <p:cNvSpPr/>
                <p:nvPr/>
              </p:nvSpPr>
              <p:spPr>
                <a:xfrm>
                  <a:off x="293400" y="1285200"/>
                  <a:ext cx="64080" cy="64080"/>
                </a:xfrm>
                <a:custGeom>
                  <a:avLst/>
                  <a:gdLst>
                    <a:gd name="textAreaLeft" fmla="*/ 0 w 64080"/>
                    <a:gd name="textAreaRight" fmla="*/ 64440 w 64080"/>
                    <a:gd name="textAreaTop" fmla="*/ 0 h 64080"/>
                    <a:gd name="textAreaBottom" fmla="*/ 64440 h 6408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2040" bIns="3204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46" name="Google Shape;421;p16"/>
                <p:cNvGrpSpPr/>
                <p:nvPr/>
              </p:nvGrpSpPr>
              <p:grpSpPr>
                <a:xfrm>
                  <a:off x="276840" y="1180080"/>
                  <a:ext cx="84960" cy="36360"/>
                  <a:chOff x="276840" y="1180080"/>
                  <a:chExt cx="84960" cy="36360"/>
                </a:xfrm>
              </p:grpSpPr>
              <p:sp>
                <p:nvSpPr>
                  <p:cNvPr id="247" name="Google Shape;422;p16"/>
                  <p:cNvSpPr/>
                  <p:nvPr/>
                </p:nvSpPr>
                <p:spPr>
                  <a:xfrm rot="21427800">
                    <a:off x="276840" y="118224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48" name="Google Shape;423;p16"/>
                  <p:cNvSpPr/>
                  <p:nvPr/>
                </p:nvSpPr>
                <p:spPr>
                  <a:xfrm rot="21427800">
                    <a:off x="277920" y="120384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49" name="Google Shape;424;p16"/>
                <p:cNvGrpSpPr/>
                <p:nvPr/>
              </p:nvGrpSpPr>
              <p:grpSpPr>
                <a:xfrm>
                  <a:off x="291600" y="1471320"/>
                  <a:ext cx="84960" cy="36360"/>
                  <a:chOff x="291600" y="1471320"/>
                  <a:chExt cx="84960" cy="36360"/>
                </a:xfrm>
              </p:grpSpPr>
              <p:sp>
                <p:nvSpPr>
                  <p:cNvPr id="250" name="Google Shape;425;p16"/>
                  <p:cNvSpPr/>
                  <p:nvPr/>
                </p:nvSpPr>
                <p:spPr>
                  <a:xfrm rot="21427800">
                    <a:off x="291600" y="147348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1" name="Google Shape;426;p16"/>
                  <p:cNvSpPr/>
                  <p:nvPr/>
                </p:nvSpPr>
                <p:spPr>
                  <a:xfrm rot="21427800">
                    <a:off x="292680" y="1495080"/>
                    <a:ext cx="83520" cy="10440"/>
                  </a:xfrm>
                  <a:custGeom>
                    <a:avLst/>
                    <a:gdLst>
                      <a:gd name="textAreaLeft" fmla="*/ 0 w 83520"/>
                      <a:gd name="textAreaRight" fmla="*/ 83880 w 83520"/>
                      <a:gd name="textAreaTop" fmla="*/ 0 h 10440"/>
                      <a:gd name="textAreaBottom" fmla="*/ 10800 h 1044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252" name="Google Shape;427;p16"/>
              <p:cNvGrpSpPr/>
              <p:nvPr/>
            </p:nvGrpSpPr>
            <p:grpSpPr>
              <a:xfrm>
                <a:off x="96480" y="1013760"/>
                <a:ext cx="148320" cy="728640"/>
                <a:chOff x="96480" y="1013760"/>
                <a:chExt cx="148320" cy="728640"/>
              </a:xfrm>
            </p:grpSpPr>
            <p:sp>
              <p:nvSpPr>
                <p:cNvPr id="253" name="Google Shape;428;p16"/>
                <p:cNvSpPr/>
                <p:nvPr/>
              </p:nvSpPr>
              <p:spPr>
                <a:xfrm>
                  <a:off x="96480" y="1013760"/>
                  <a:ext cx="148320" cy="728640"/>
                </a:xfrm>
                <a:custGeom>
                  <a:avLst/>
                  <a:gdLst>
                    <a:gd name="textAreaLeft" fmla="*/ 0 w 148320"/>
                    <a:gd name="textAreaRight" fmla="*/ 148680 w 148320"/>
                    <a:gd name="textAreaTop" fmla="*/ 0 h 728640"/>
                    <a:gd name="textAreaBottom" fmla="*/ 729000 h 72864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54" name="Google Shape;429;p16"/>
                <p:cNvSpPr/>
                <p:nvPr/>
              </p:nvSpPr>
              <p:spPr>
                <a:xfrm>
                  <a:off x="125280" y="1071000"/>
                  <a:ext cx="90000" cy="90000"/>
                </a:xfrm>
                <a:custGeom>
                  <a:avLst/>
                  <a:gdLst>
                    <a:gd name="textAreaLeft" fmla="*/ 0 w 90000"/>
                    <a:gd name="textAreaRight" fmla="*/ 90360 w 90000"/>
                    <a:gd name="textAreaTop" fmla="*/ 0 h 90000"/>
                    <a:gd name="textAreaBottom" fmla="*/ 90360 h 9000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255" name="Google Shape;430;p16"/>
                <p:cNvGrpSpPr/>
                <p:nvPr/>
              </p:nvGrpSpPr>
              <p:grpSpPr>
                <a:xfrm>
                  <a:off x="123480" y="1492920"/>
                  <a:ext cx="93960" cy="32400"/>
                  <a:chOff x="123480" y="1492920"/>
                  <a:chExt cx="93960" cy="32400"/>
                </a:xfrm>
              </p:grpSpPr>
              <p:sp>
                <p:nvSpPr>
                  <p:cNvPr id="256" name="Google Shape;431;p16"/>
                  <p:cNvSpPr/>
                  <p:nvPr/>
                </p:nvSpPr>
                <p:spPr>
                  <a:xfrm>
                    <a:off x="123480" y="149292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57" name="Google Shape;432;p16"/>
                  <p:cNvSpPr/>
                  <p:nvPr/>
                </p:nvSpPr>
                <p:spPr>
                  <a:xfrm>
                    <a:off x="123480" y="151452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258" name="Google Shape;433;p16"/>
                <p:cNvGrpSpPr/>
                <p:nvPr/>
              </p:nvGrpSpPr>
              <p:grpSpPr>
                <a:xfrm>
                  <a:off x="123480" y="1657080"/>
                  <a:ext cx="93960" cy="32400"/>
                  <a:chOff x="123480" y="1657080"/>
                  <a:chExt cx="93960" cy="32400"/>
                </a:xfrm>
              </p:grpSpPr>
              <p:sp>
                <p:nvSpPr>
                  <p:cNvPr id="259" name="Google Shape;434;p16"/>
                  <p:cNvSpPr/>
                  <p:nvPr/>
                </p:nvSpPr>
                <p:spPr>
                  <a:xfrm>
                    <a:off x="123480" y="165708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260" name="Google Shape;435;p16"/>
                  <p:cNvSpPr/>
                  <p:nvPr/>
                </p:nvSpPr>
                <p:spPr>
                  <a:xfrm>
                    <a:off x="123480" y="1678680"/>
                    <a:ext cx="93960" cy="10800"/>
                  </a:xfrm>
                  <a:custGeom>
                    <a:avLst/>
                    <a:gdLst>
                      <a:gd name="textAreaLeft" fmla="*/ 0 w 93960"/>
                      <a:gd name="textAreaRight" fmla="*/ 94320 w 93960"/>
                      <a:gd name="textAreaTop" fmla="*/ 0 h 10800"/>
                      <a:gd name="textAreaBottom" fmla="*/ 11160 h 1080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5400" bIns="5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261" name="Google Shape;436;p16"/>
            <p:cNvGrpSpPr/>
            <p:nvPr/>
          </p:nvGrpSpPr>
          <p:grpSpPr>
            <a:xfrm>
              <a:off x="492120" y="1215720"/>
              <a:ext cx="155880" cy="527040"/>
              <a:chOff x="492120" y="1215720"/>
              <a:chExt cx="155880" cy="527040"/>
            </a:xfrm>
          </p:grpSpPr>
          <p:sp>
            <p:nvSpPr>
              <p:cNvPr id="262" name="Google Shape;437;p16"/>
              <p:cNvSpPr/>
              <p:nvPr/>
            </p:nvSpPr>
            <p:spPr>
              <a:xfrm rot="20968800">
                <a:off x="539280" y="1216800"/>
                <a:ext cx="61200" cy="524880"/>
              </a:xfrm>
              <a:custGeom>
                <a:avLst/>
                <a:gdLst>
                  <a:gd name="textAreaLeft" fmla="*/ 0 w 61200"/>
                  <a:gd name="textAreaRight" fmla="*/ 61560 w 61200"/>
                  <a:gd name="textAreaTop" fmla="*/ 0 h 524880"/>
                  <a:gd name="textAreaBottom" fmla="*/ 525240 h 52488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63" name="Google Shape;438;p16"/>
              <p:cNvSpPr/>
              <p:nvPr/>
            </p:nvSpPr>
            <p:spPr>
              <a:xfrm rot="20968800">
                <a:off x="563040" y="1350360"/>
                <a:ext cx="18720" cy="301680"/>
              </a:xfrm>
              <a:custGeom>
                <a:avLst/>
                <a:gdLst>
                  <a:gd name="textAreaLeft" fmla="*/ 0 w 18720"/>
                  <a:gd name="textAreaRight" fmla="*/ 19080 w 18720"/>
                  <a:gd name="textAreaTop" fmla="*/ 0 h 301680"/>
                  <a:gd name="textAreaBottom" fmla="*/ 302040 h 30168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64" name="Google Shape;439;p16"/>
          <p:cNvGrpSpPr/>
          <p:nvPr/>
        </p:nvGrpSpPr>
        <p:grpSpPr>
          <a:xfrm>
            <a:off x="135360" y="69480"/>
            <a:ext cx="426240" cy="643320"/>
            <a:chOff x="135360" y="69480"/>
            <a:chExt cx="426240" cy="643320"/>
          </a:xfrm>
        </p:grpSpPr>
        <p:grpSp>
          <p:nvGrpSpPr>
            <p:cNvPr id="265" name="Google Shape;440;p16"/>
            <p:cNvGrpSpPr/>
            <p:nvPr/>
          </p:nvGrpSpPr>
          <p:grpSpPr>
            <a:xfrm>
              <a:off x="239400" y="69480"/>
              <a:ext cx="322200" cy="548280"/>
              <a:chOff x="239400" y="69480"/>
              <a:chExt cx="322200" cy="548280"/>
            </a:xfrm>
          </p:grpSpPr>
          <p:sp>
            <p:nvSpPr>
              <p:cNvPr id="266" name="Google Shape;441;p16"/>
              <p:cNvSpPr/>
              <p:nvPr/>
            </p:nvSpPr>
            <p:spPr>
              <a:xfrm>
                <a:off x="239400" y="69480"/>
                <a:ext cx="322200" cy="54828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548280"/>
                  <a:gd name="textAreaBottom" fmla="*/ 548640 h 54828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67" name="Google Shape;442;p16"/>
              <p:cNvGrpSpPr/>
              <p:nvPr/>
            </p:nvGrpSpPr>
            <p:grpSpPr>
              <a:xfrm>
                <a:off x="285480" y="140400"/>
                <a:ext cx="230400" cy="211680"/>
                <a:chOff x="285480" y="140400"/>
                <a:chExt cx="230400" cy="211680"/>
              </a:xfrm>
            </p:grpSpPr>
            <p:sp>
              <p:nvSpPr>
                <p:cNvPr id="268" name="Google Shape;443;p16"/>
                <p:cNvSpPr/>
                <p:nvPr/>
              </p:nvSpPr>
              <p:spPr>
                <a:xfrm>
                  <a:off x="285480" y="14040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69" name="Google Shape;444;p16"/>
                <p:cNvSpPr/>
                <p:nvPr/>
              </p:nvSpPr>
              <p:spPr>
                <a:xfrm>
                  <a:off x="285480" y="1796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0" name="Google Shape;445;p16"/>
                <p:cNvSpPr/>
                <p:nvPr/>
              </p:nvSpPr>
              <p:spPr>
                <a:xfrm>
                  <a:off x="285480" y="2188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1" name="Google Shape;446;p16"/>
                <p:cNvSpPr/>
                <p:nvPr/>
              </p:nvSpPr>
              <p:spPr>
                <a:xfrm>
                  <a:off x="285480" y="2581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2" name="Google Shape;447;p16"/>
                <p:cNvSpPr/>
                <p:nvPr/>
              </p:nvSpPr>
              <p:spPr>
                <a:xfrm>
                  <a:off x="285480" y="2973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3" name="Google Shape;448;p16"/>
                <p:cNvSpPr/>
                <p:nvPr/>
              </p:nvSpPr>
              <p:spPr>
                <a:xfrm>
                  <a:off x="285480" y="33660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74" name="Google Shape;449;p16"/>
              <p:cNvGrpSpPr/>
              <p:nvPr/>
            </p:nvGrpSpPr>
            <p:grpSpPr>
              <a:xfrm>
                <a:off x="285480" y="415440"/>
                <a:ext cx="230400" cy="133200"/>
                <a:chOff x="285480" y="415440"/>
                <a:chExt cx="230400" cy="133200"/>
              </a:xfrm>
            </p:grpSpPr>
            <p:sp>
              <p:nvSpPr>
                <p:cNvPr id="275" name="Google Shape;450;p16"/>
                <p:cNvSpPr/>
                <p:nvPr/>
              </p:nvSpPr>
              <p:spPr>
                <a:xfrm>
                  <a:off x="285480" y="4154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6" name="Google Shape;451;p16"/>
                <p:cNvSpPr/>
                <p:nvPr/>
              </p:nvSpPr>
              <p:spPr>
                <a:xfrm>
                  <a:off x="285480" y="4546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7" name="Google Shape;452;p16"/>
                <p:cNvSpPr/>
                <p:nvPr/>
              </p:nvSpPr>
              <p:spPr>
                <a:xfrm>
                  <a:off x="285480" y="4939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78" name="Google Shape;453;p16"/>
                <p:cNvSpPr/>
                <p:nvPr/>
              </p:nvSpPr>
              <p:spPr>
                <a:xfrm>
                  <a:off x="285480" y="53316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279" name="Google Shape;454;p16"/>
              <p:cNvSpPr/>
              <p:nvPr/>
            </p:nvSpPr>
            <p:spPr>
              <a:xfrm>
                <a:off x="478800" y="69480"/>
                <a:ext cx="82440" cy="82440"/>
              </a:xfrm>
              <a:custGeom>
                <a:avLst/>
                <a:gdLst>
                  <a:gd name="textAreaLeft" fmla="*/ 0 w 82440"/>
                  <a:gd name="textAreaRight" fmla="*/ 82800 w 82440"/>
                  <a:gd name="textAreaTop" fmla="*/ 0 h 82440"/>
                  <a:gd name="textAreaBottom" fmla="*/ 82800 h 8244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280" name="Google Shape;455;p16"/>
            <p:cNvGrpSpPr/>
            <p:nvPr/>
          </p:nvGrpSpPr>
          <p:grpSpPr>
            <a:xfrm>
              <a:off x="135360" y="164520"/>
              <a:ext cx="322200" cy="548280"/>
              <a:chOff x="135360" y="164520"/>
              <a:chExt cx="322200" cy="548280"/>
            </a:xfrm>
          </p:grpSpPr>
          <p:sp>
            <p:nvSpPr>
              <p:cNvPr id="281" name="Google Shape;456;p16"/>
              <p:cNvSpPr/>
              <p:nvPr/>
            </p:nvSpPr>
            <p:spPr>
              <a:xfrm>
                <a:off x="135360" y="164520"/>
                <a:ext cx="322200" cy="548280"/>
              </a:xfrm>
              <a:custGeom>
                <a:avLst/>
                <a:gdLst>
                  <a:gd name="textAreaLeft" fmla="*/ 0 w 322200"/>
                  <a:gd name="textAreaRight" fmla="*/ 322560 w 322200"/>
                  <a:gd name="textAreaTop" fmla="*/ 0 h 548280"/>
                  <a:gd name="textAreaBottom" fmla="*/ 548640 h 54828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282" name="Google Shape;457;p16"/>
              <p:cNvGrpSpPr/>
              <p:nvPr/>
            </p:nvGrpSpPr>
            <p:grpSpPr>
              <a:xfrm>
                <a:off x="181440" y="235440"/>
                <a:ext cx="230400" cy="211680"/>
                <a:chOff x="181440" y="235440"/>
                <a:chExt cx="230400" cy="211680"/>
              </a:xfrm>
            </p:grpSpPr>
            <p:sp>
              <p:nvSpPr>
                <p:cNvPr id="283" name="Google Shape;458;p16"/>
                <p:cNvSpPr/>
                <p:nvPr/>
              </p:nvSpPr>
              <p:spPr>
                <a:xfrm>
                  <a:off x="181440" y="23544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4" name="Google Shape;459;p16"/>
                <p:cNvSpPr/>
                <p:nvPr/>
              </p:nvSpPr>
              <p:spPr>
                <a:xfrm>
                  <a:off x="181440" y="2746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5" name="Google Shape;460;p16"/>
                <p:cNvSpPr/>
                <p:nvPr/>
              </p:nvSpPr>
              <p:spPr>
                <a:xfrm>
                  <a:off x="181440" y="3139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6" name="Google Shape;461;p16"/>
                <p:cNvSpPr/>
                <p:nvPr/>
              </p:nvSpPr>
              <p:spPr>
                <a:xfrm>
                  <a:off x="181440" y="3531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7" name="Google Shape;462;p16"/>
                <p:cNvSpPr/>
                <p:nvPr/>
              </p:nvSpPr>
              <p:spPr>
                <a:xfrm>
                  <a:off x="181440" y="39240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88" name="Google Shape;463;p16"/>
                <p:cNvSpPr/>
                <p:nvPr/>
              </p:nvSpPr>
              <p:spPr>
                <a:xfrm>
                  <a:off x="181440" y="43164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289" name="Google Shape;464;p16"/>
              <p:cNvGrpSpPr/>
              <p:nvPr/>
            </p:nvGrpSpPr>
            <p:grpSpPr>
              <a:xfrm>
                <a:off x="181440" y="510480"/>
                <a:ext cx="230400" cy="133200"/>
                <a:chOff x="181440" y="510480"/>
                <a:chExt cx="230400" cy="133200"/>
              </a:xfrm>
            </p:grpSpPr>
            <p:sp>
              <p:nvSpPr>
                <p:cNvPr id="290" name="Google Shape;465;p16"/>
                <p:cNvSpPr/>
                <p:nvPr/>
              </p:nvSpPr>
              <p:spPr>
                <a:xfrm>
                  <a:off x="181440" y="51048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1" name="Google Shape;466;p16"/>
                <p:cNvSpPr/>
                <p:nvPr/>
              </p:nvSpPr>
              <p:spPr>
                <a:xfrm>
                  <a:off x="181440" y="54972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2" name="Google Shape;467;p16"/>
                <p:cNvSpPr/>
                <p:nvPr/>
              </p:nvSpPr>
              <p:spPr>
                <a:xfrm>
                  <a:off x="181440" y="588960"/>
                  <a:ext cx="230400" cy="15480"/>
                </a:xfrm>
                <a:custGeom>
                  <a:avLst/>
                  <a:gdLst>
                    <a:gd name="textAreaLeft" fmla="*/ 0 w 230400"/>
                    <a:gd name="textAreaRight" fmla="*/ 230760 w 23040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293" name="Google Shape;468;p16"/>
                <p:cNvSpPr/>
                <p:nvPr/>
              </p:nvSpPr>
              <p:spPr>
                <a:xfrm>
                  <a:off x="181440" y="628200"/>
                  <a:ext cx="135360" cy="15480"/>
                </a:xfrm>
                <a:custGeom>
                  <a:avLst/>
                  <a:gdLst>
                    <a:gd name="textAreaLeft" fmla="*/ 0 w 135360"/>
                    <a:gd name="textAreaRight" fmla="*/ 135720 w 135360"/>
                    <a:gd name="textAreaTop" fmla="*/ 0 h 15480"/>
                    <a:gd name="textAreaBottom" fmla="*/ 15840 h 1548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7920" bIns="79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294" name="Google Shape;469;p16"/>
              <p:cNvSpPr/>
              <p:nvPr/>
            </p:nvSpPr>
            <p:spPr>
              <a:xfrm>
                <a:off x="375120" y="164520"/>
                <a:ext cx="82440" cy="82440"/>
              </a:xfrm>
              <a:custGeom>
                <a:avLst/>
                <a:gdLst>
                  <a:gd name="textAreaLeft" fmla="*/ 0 w 82440"/>
                  <a:gd name="textAreaRight" fmla="*/ 82800 w 82440"/>
                  <a:gd name="textAreaTop" fmla="*/ 0 h 82440"/>
                  <a:gd name="textAreaBottom" fmla="*/ 82800 h 8244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1400" bIns="4140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295" name="Google Shape;470;p16"/>
          <p:cNvGrpSpPr/>
          <p:nvPr/>
        </p:nvGrpSpPr>
        <p:grpSpPr>
          <a:xfrm>
            <a:off x="309960" y="711720"/>
            <a:ext cx="18000" cy="243000"/>
            <a:chOff x="309960" y="711720"/>
            <a:chExt cx="18000" cy="243000"/>
          </a:xfrm>
        </p:grpSpPr>
        <p:sp>
          <p:nvSpPr>
            <p:cNvPr id="296" name="Google Shape;471;p16"/>
            <p:cNvSpPr/>
            <p:nvPr/>
          </p:nvSpPr>
          <p:spPr>
            <a:xfrm>
              <a:off x="318960" y="720360"/>
              <a:ext cx="6480" cy="225720"/>
            </a:xfrm>
            <a:custGeom>
              <a:avLst/>
              <a:gdLst>
                <a:gd name="textAreaLeft" fmla="*/ 0 w 6480"/>
                <a:gd name="textAreaRight" fmla="*/ 6840 w 6480"/>
                <a:gd name="textAreaTop" fmla="*/ 0 h 225720"/>
                <a:gd name="textAreaBottom" fmla="*/ 226080 h 2257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472;p16"/>
            <p:cNvSpPr/>
            <p:nvPr/>
          </p:nvSpPr>
          <p:spPr>
            <a:xfrm>
              <a:off x="309960" y="936720"/>
              <a:ext cx="18000" cy="18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473;p16"/>
            <p:cNvSpPr/>
            <p:nvPr/>
          </p:nvSpPr>
          <p:spPr>
            <a:xfrm>
              <a:off x="309960" y="711720"/>
              <a:ext cx="18000" cy="18000"/>
            </a:xfrm>
            <a:custGeom>
              <a:avLst/>
              <a:gdLst>
                <a:gd name="textAreaLeft" fmla="*/ 0 w 18000"/>
                <a:gd name="textAreaRight" fmla="*/ 18360 w 18000"/>
                <a:gd name="textAreaTop" fmla="*/ 0 h 18000"/>
                <a:gd name="textAreaBottom" fmla="*/ 18360 h 180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000" bIns="90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299" name="Google Shape;474;p16"/>
          <p:cNvGrpSpPr/>
          <p:nvPr/>
        </p:nvGrpSpPr>
        <p:grpSpPr>
          <a:xfrm>
            <a:off x="8421480" y="1045080"/>
            <a:ext cx="395640" cy="717480"/>
            <a:chOff x="8421480" y="1045080"/>
            <a:chExt cx="395640" cy="717480"/>
          </a:xfrm>
        </p:grpSpPr>
        <p:grpSp>
          <p:nvGrpSpPr>
            <p:cNvPr id="300" name="Google Shape;475;p16"/>
            <p:cNvGrpSpPr/>
            <p:nvPr/>
          </p:nvGrpSpPr>
          <p:grpSpPr>
            <a:xfrm>
              <a:off x="8421480" y="1045080"/>
              <a:ext cx="395640" cy="717480"/>
              <a:chOff x="8421480" y="1045080"/>
              <a:chExt cx="395640" cy="717480"/>
            </a:xfrm>
          </p:grpSpPr>
          <p:sp>
            <p:nvSpPr>
              <p:cNvPr id="301" name="Google Shape;476;p16"/>
              <p:cNvSpPr/>
              <p:nvPr/>
            </p:nvSpPr>
            <p:spPr>
              <a:xfrm>
                <a:off x="8421480" y="1045080"/>
                <a:ext cx="395640" cy="717480"/>
              </a:xfrm>
              <a:custGeom>
                <a:avLst/>
                <a:gdLst>
                  <a:gd name="textAreaLeft" fmla="*/ 0 w 395640"/>
                  <a:gd name="textAreaRight" fmla="*/ 396000 w 395640"/>
                  <a:gd name="textAreaTop" fmla="*/ 0 h 717480"/>
                  <a:gd name="textAreaBottom" fmla="*/ 717840 h 7174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02" name="Google Shape;477;p16"/>
              <p:cNvSpPr/>
              <p:nvPr/>
            </p:nvSpPr>
            <p:spPr>
              <a:xfrm>
                <a:off x="8438760" y="1081800"/>
                <a:ext cx="361080" cy="588240"/>
              </a:xfrm>
              <a:custGeom>
                <a:avLst/>
                <a:gdLst>
                  <a:gd name="textAreaLeft" fmla="*/ 0 w 361080"/>
                  <a:gd name="textAreaRight" fmla="*/ 361440 w 361080"/>
                  <a:gd name="textAreaTop" fmla="*/ 0 h 588240"/>
                  <a:gd name="textAreaBottom" fmla="*/ 588600 h 58824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03" name="Google Shape;478;p16"/>
            <p:cNvSpPr/>
            <p:nvPr/>
          </p:nvSpPr>
          <p:spPr>
            <a:xfrm>
              <a:off x="8456040" y="1708920"/>
              <a:ext cx="326520" cy="26640"/>
            </a:xfrm>
            <a:custGeom>
              <a:avLst/>
              <a:gdLst>
                <a:gd name="textAreaLeft" fmla="*/ 0 w 326520"/>
                <a:gd name="textAreaRight" fmla="*/ 326880 w 326520"/>
                <a:gd name="textAreaTop" fmla="*/ 0 h 26640"/>
                <a:gd name="textAreaBottom" fmla="*/ 27000 h 2664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3320" bIns="133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04" name="Google Shape;479;p16"/>
          <p:cNvGrpSpPr/>
          <p:nvPr/>
        </p:nvGrpSpPr>
        <p:grpSpPr>
          <a:xfrm>
            <a:off x="8088840" y="57600"/>
            <a:ext cx="1061640" cy="558720"/>
            <a:chOff x="8088840" y="57600"/>
            <a:chExt cx="1061640" cy="558720"/>
          </a:xfrm>
        </p:grpSpPr>
        <p:sp>
          <p:nvSpPr>
            <p:cNvPr id="305" name="Google Shape;480;p16"/>
            <p:cNvSpPr/>
            <p:nvPr/>
          </p:nvSpPr>
          <p:spPr>
            <a:xfrm>
              <a:off x="8088840" y="5760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306" name="Google Shape;481;p16"/>
            <p:cNvGrpSpPr/>
            <p:nvPr/>
          </p:nvGrpSpPr>
          <p:grpSpPr>
            <a:xfrm>
              <a:off x="8438760" y="224640"/>
              <a:ext cx="281160" cy="319320"/>
              <a:chOff x="8438760" y="224640"/>
              <a:chExt cx="281160" cy="319320"/>
            </a:xfrm>
          </p:grpSpPr>
          <p:grpSp>
            <p:nvGrpSpPr>
              <p:cNvPr id="307" name="Google Shape;482;p16"/>
              <p:cNvGrpSpPr/>
              <p:nvPr/>
            </p:nvGrpSpPr>
            <p:grpSpPr>
              <a:xfrm>
                <a:off x="8438760" y="224640"/>
                <a:ext cx="281160" cy="319320"/>
                <a:chOff x="8438760" y="224640"/>
                <a:chExt cx="281160" cy="319320"/>
              </a:xfrm>
            </p:grpSpPr>
            <p:grpSp>
              <p:nvGrpSpPr>
                <p:cNvPr id="308" name="Google Shape;483;p16"/>
                <p:cNvGrpSpPr/>
                <p:nvPr/>
              </p:nvGrpSpPr>
              <p:grpSpPr>
                <a:xfrm>
                  <a:off x="8438760" y="423000"/>
                  <a:ext cx="281160" cy="120960"/>
                  <a:chOff x="8438760" y="423000"/>
                  <a:chExt cx="281160" cy="120960"/>
                </a:xfrm>
              </p:grpSpPr>
              <p:sp>
                <p:nvSpPr>
                  <p:cNvPr id="309" name="Google Shape;484;p16"/>
                  <p:cNvSpPr/>
                  <p:nvPr/>
                </p:nvSpPr>
                <p:spPr>
                  <a:xfrm>
                    <a:off x="8438760" y="44856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0" name="Google Shape;485;p16"/>
                  <p:cNvSpPr/>
                  <p:nvPr/>
                </p:nvSpPr>
                <p:spPr>
                  <a:xfrm>
                    <a:off x="8438760" y="42300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11" name="Google Shape;486;p16"/>
                <p:cNvGrpSpPr/>
                <p:nvPr/>
              </p:nvGrpSpPr>
              <p:grpSpPr>
                <a:xfrm>
                  <a:off x="8438760" y="323640"/>
                  <a:ext cx="281160" cy="120960"/>
                  <a:chOff x="8438760" y="323640"/>
                  <a:chExt cx="281160" cy="120960"/>
                </a:xfrm>
              </p:grpSpPr>
              <p:sp>
                <p:nvSpPr>
                  <p:cNvPr id="312" name="Google Shape;487;p16"/>
                  <p:cNvSpPr/>
                  <p:nvPr/>
                </p:nvSpPr>
                <p:spPr>
                  <a:xfrm>
                    <a:off x="8438760" y="34920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3" name="Google Shape;488;p16"/>
                  <p:cNvSpPr/>
                  <p:nvPr/>
                </p:nvSpPr>
                <p:spPr>
                  <a:xfrm>
                    <a:off x="8438760" y="32364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14" name="Google Shape;489;p16"/>
                <p:cNvGrpSpPr/>
                <p:nvPr/>
              </p:nvGrpSpPr>
              <p:grpSpPr>
                <a:xfrm>
                  <a:off x="8438760" y="224640"/>
                  <a:ext cx="281160" cy="120960"/>
                  <a:chOff x="8438760" y="224640"/>
                  <a:chExt cx="281160" cy="120960"/>
                </a:xfrm>
              </p:grpSpPr>
              <p:sp>
                <p:nvSpPr>
                  <p:cNvPr id="315" name="Google Shape;490;p16"/>
                  <p:cNvSpPr/>
                  <p:nvPr/>
                </p:nvSpPr>
                <p:spPr>
                  <a:xfrm>
                    <a:off x="8438760" y="25020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16" name="Google Shape;491;p16"/>
                  <p:cNvSpPr/>
                  <p:nvPr/>
                </p:nvSpPr>
                <p:spPr>
                  <a:xfrm>
                    <a:off x="8438760" y="22464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317" name="Google Shape;492;p16"/>
              <p:cNvSpPr/>
              <p:nvPr/>
            </p:nvSpPr>
            <p:spPr>
              <a:xfrm>
                <a:off x="8652600" y="2876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8" name="Google Shape;493;p16"/>
              <p:cNvSpPr/>
              <p:nvPr/>
            </p:nvSpPr>
            <p:spPr>
              <a:xfrm>
                <a:off x="8652600" y="3848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19" name="Google Shape;494;p16"/>
              <p:cNvSpPr/>
              <p:nvPr/>
            </p:nvSpPr>
            <p:spPr>
              <a:xfrm>
                <a:off x="8652600" y="4867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320" name="Google Shape;495;p16"/>
          <p:cNvGrpSpPr/>
          <p:nvPr/>
        </p:nvGrpSpPr>
        <p:grpSpPr>
          <a:xfrm>
            <a:off x="8582400" y="611640"/>
            <a:ext cx="32760" cy="442440"/>
            <a:chOff x="8582400" y="611640"/>
            <a:chExt cx="32760" cy="442440"/>
          </a:xfrm>
        </p:grpSpPr>
        <p:sp>
          <p:nvSpPr>
            <p:cNvPr id="321" name="Google Shape;496;p16"/>
            <p:cNvSpPr/>
            <p:nvPr/>
          </p:nvSpPr>
          <p:spPr>
            <a:xfrm>
              <a:off x="8598960" y="627480"/>
              <a:ext cx="12240" cy="411120"/>
            </a:xfrm>
            <a:custGeom>
              <a:avLst/>
              <a:gdLst>
                <a:gd name="textAreaLeft" fmla="*/ 0 w 12240"/>
                <a:gd name="textAreaRight" fmla="*/ 12600 w 12240"/>
                <a:gd name="textAreaTop" fmla="*/ 0 h 411120"/>
                <a:gd name="textAreaBottom" fmla="*/ 411480 h 4111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497;p16"/>
            <p:cNvSpPr/>
            <p:nvPr/>
          </p:nvSpPr>
          <p:spPr>
            <a:xfrm>
              <a:off x="8582400" y="1021320"/>
              <a:ext cx="32760" cy="327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498;p16"/>
            <p:cNvSpPr/>
            <p:nvPr/>
          </p:nvSpPr>
          <p:spPr>
            <a:xfrm>
              <a:off x="8582400" y="611640"/>
              <a:ext cx="32760" cy="32760"/>
            </a:xfrm>
            <a:custGeom>
              <a:avLst/>
              <a:gdLst>
                <a:gd name="textAreaLeft" fmla="*/ 0 w 32760"/>
                <a:gd name="textAreaRight" fmla="*/ 33120 w 32760"/>
                <a:gd name="textAreaTop" fmla="*/ 0 h 32760"/>
                <a:gd name="textAreaBottom" fmla="*/ 33120 h 3276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6560" bIns="1656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5" name="Google Shape;509;p17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26" name="Google Shape;510;p17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27" name="Google Shape;511;p17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328" name="Google Shape;512;p17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329" name="Google Shape;513;p17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0" name="Google Shape;514;p17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31" name="Google Shape;515;p17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332" name="Google Shape;516;p17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333" name="Google Shape;517;p17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334" name="Google Shape;518;p17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335" name="Google Shape;519;p17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36" name="Google Shape;520;p17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337" name="Google Shape;521;p17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8" name="Google Shape;522;p17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39" name="Google Shape;523;p17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40" name="Google Shape;524;p17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341" name="Google Shape;525;p17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42" name="Google Shape;526;p17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343" name="Google Shape;527;p17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344" name="Google Shape;528;p17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45" name="Google Shape;529;p17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46" name="Google Shape;530;p17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347" name="Google Shape;531;p17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48" name="Google Shape;532;p17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349" name="Google Shape;533;p17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350" name="Google Shape;534;p17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51" name="Google Shape;535;p17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53" name="Google Shape;550;p18"/>
          <p:cNvSpPr/>
          <p:nvPr/>
        </p:nvSpPr>
        <p:spPr>
          <a:xfrm rot="18336600" flipH="1">
            <a:off x="7371720" y="403812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4" name="Google Shape;551;p18"/>
          <p:cNvSpPr/>
          <p:nvPr/>
        </p:nvSpPr>
        <p:spPr>
          <a:xfrm rot="531600" flipH="1">
            <a:off x="-1621080" y="4095360"/>
            <a:ext cx="2580840" cy="2086560"/>
          </a:xfrm>
          <a:custGeom>
            <a:avLst/>
            <a:gdLst>
              <a:gd name="textAreaLeft" fmla="*/ 360 w 2580840"/>
              <a:gd name="textAreaRight" fmla="*/ 2581560 w 2580840"/>
              <a:gd name="textAreaTop" fmla="*/ 0 h 2086560"/>
              <a:gd name="textAreaBottom" fmla="*/ 2086920 h 2086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55" name="Google Shape;552;p18"/>
          <p:cNvSpPr/>
          <p:nvPr/>
        </p:nvSpPr>
        <p:spPr>
          <a:xfrm rot="460800" flipH="1">
            <a:off x="7343280" y="-1448640"/>
            <a:ext cx="3053520" cy="2468880"/>
          </a:xfrm>
          <a:custGeom>
            <a:avLst/>
            <a:gdLst>
              <a:gd name="textAreaLeft" fmla="*/ 360 w 3053520"/>
              <a:gd name="textAreaRight" fmla="*/ 3054240 w 3053520"/>
              <a:gd name="textAreaTop" fmla="*/ 0 h 2468880"/>
              <a:gd name="textAreaBottom" fmla="*/ 2469240 h 2468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56" name="Google Shape;553;p18"/>
          <p:cNvGrpSpPr/>
          <p:nvPr/>
        </p:nvGrpSpPr>
        <p:grpSpPr>
          <a:xfrm>
            <a:off x="7931880" y="177120"/>
            <a:ext cx="997560" cy="736560"/>
            <a:chOff x="7931880" y="177120"/>
            <a:chExt cx="997560" cy="736560"/>
          </a:xfrm>
        </p:grpSpPr>
        <p:grpSp>
          <p:nvGrpSpPr>
            <p:cNvPr id="357" name="Google Shape;554;p18"/>
            <p:cNvGrpSpPr/>
            <p:nvPr/>
          </p:nvGrpSpPr>
          <p:grpSpPr>
            <a:xfrm>
              <a:off x="7931880" y="177120"/>
              <a:ext cx="919440" cy="317520"/>
              <a:chOff x="7931880" y="177120"/>
              <a:chExt cx="919440" cy="317520"/>
            </a:xfrm>
          </p:grpSpPr>
          <p:sp>
            <p:nvSpPr>
              <p:cNvPr id="358" name="Google Shape;555;p18"/>
              <p:cNvSpPr/>
              <p:nvPr/>
            </p:nvSpPr>
            <p:spPr>
              <a:xfrm>
                <a:off x="7931880" y="17712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359" name="Google Shape;556;p18"/>
              <p:cNvSpPr/>
              <p:nvPr/>
            </p:nvSpPr>
            <p:spPr>
              <a:xfrm>
                <a:off x="8011800" y="22824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60" name="Google Shape;557;p18"/>
              <p:cNvGrpSpPr/>
              <p:nvPr/>
            </p:nvGrpSpPr>
            <p:grpSpPr>
              <a:xfrm>
                <a:off x="8292960" y="234360"/>
                <a:ext cx="467280" cy="200880"/>
                <a:chOff x="8292960" y="234360"/>
                <a:chExt cx="467280" cy="200880"/>
              </a:xfrm>
            </p:grpSpPr>
            <p:sp>
              <p:nvSpPr>
                <p:cNvPr id="361" name="Google Shape;558;p18"/>
                <p:cNvSpPr/>
                <p:nvPr/>
              </p:nvSpPr>
              <p:spPr>
                <a:xfrm>
                  <a:off x="8292960" y="23436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2" name="Google Shape;559;p18"/>
                <p:cNvSpPr/>
                <p:nvPr/>
              </p:nvSpPr>
              <p:spPr>
                <a:xfrm>
                  <a:off x="8292960" y="291960"/>
                  <a:ext cx="408600" cy="28440"/>
                </a:xfrm>
                <a:custGeom>
                  <a:avLst/>
                  <a:gdLst>
                    <a:gd name="textAreaLeft" fmla="*/ 0 w 408600"/>
                    <a:gd name="textAreaRight" fmla="*/ 408960 w 4086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0322" h="20383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3" name="Google Shape;560;p18"/>
                <p:cNvSpPr/>
                <p:nvPr/>
              </p:nvSpPr>
              <p:spPr>
                <a:xfrm>
                  <a:off x="8292960" y="349200"/>
                  <a:ext cx="427680" cy="28440"/>
                </a:xfrm>
                <a:custGeom>
                  <a:avLst/>
                  <a:gdLst>
                    <a:gd name="textAreaLeft" fmla="*/ 0 w 427680"/>
                    <a:gd name="textAreaRight" fmla="*/ 428040 w 4276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03942" h="20383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4" name="Google Shape;561;p18"/>
                <p:cNvSpPr/>
                <p:nvPr/>
              </p:nvSpPr>
              <p:spPr>
                <a:xfrm>
                  <a:off x="8292960" y="40680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365" name="Google Shape;562;p18"/>
            <p:cNvGrpSpPr/>
            <p:nvPr/>
          </p:nvGrpSpPr>
          <p:grpSpPr>
            <a:xfrm>
              <a:off x="7931880" y="596160"/>
              <a:ext cx="919440" cy="317520"/>
              <a:chOff x="7931880" y="596160"/>
              <a:chExt cx="919440" cy="317520"/>
            </a:xfrm>
          </p:grpSpPr>
          <p:grpSp>
            <p:nvGrpSpPr>
              <p:cNvPr id="366" name="Google Shape;563;p18"/>
              <p:cNvGrpSpPr/>
              <p:nvPr/>
            </p:nvGrpSpPr>
            <p:grpSpPr>
              <a:xfrm>
                <a:off x="7931880" y="596160"/>
                <a:ext cx="919440" cy="317520"/>
                <a:chOff x="7931880" y="596160"/>
                <a:chExt cx="919440" cy="317520"/>
              </a:xfrm>
            </p:grpSpPr>
            <p:sp>
              <p:nvSpPr>
                <p:cNvPr id="367" name="Google Shape;564;p18"/>
                <p:cNvSpPr/>
                <p:nvPr/>
              </p:nvSpPr>
              <p:spPr>
                <a:xfrm>
                  <a:off x="7931880" y="596160"/>
                  <a:ext cx="919440" cy="317520"/>
                </a:xfrm>
                <a:custGeom>
                  <a:avLst/>
                  <a:gdLst>
                    <a:gd name="textAreaLeft" fmla="*/ 0 w 919440"/>
                    <a:gd name="textAreaRight" fmla="*/ 919800 w 919440"/>
                    <a:gd name="textAreaTop" fmla="*/ 0 h 317520"/>
                    <a:gd name="textAreaBottom" fmla="*/ 317880 h 317520"/>
                  </a:gdLst>
                  <a:ahLst/>
                  <a:cxnLst/>
                  <a:rect l="textAreaLeft" t="textAreaTop" r="textAreaRight" b="textAreaBottom"/>
                  <a:pathLst>
                    <a:path w="652843" h="225742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68" name="Google Shape;565;p18"/>
                <p:cNvSpPr/>
                <p:nvPr/>
              </p:nvSpPr>
              <p:spPr>
                <a:xfrm>
                  <a:off x="8011800" y="647640"/>
                  <a:ext cx="212760" cy="212760"/>
                </a:xfrm>
                <a:custGeom>
                  <a:avLst/>
                  <a:gdLst>
                    <a:gd name="textAreaLeft" fmla="*/ 0 w 212760"/>
                    <a:gd name="textAreaRight" fmla="*/ 213120 w 212760"/>
                    <a:gd name="textAreaTop" fmla="*/ 0 h 212760"/>
                    <a:gd name="textAreaBottom" fmla="*/ 213120 h 212760"/>
                  </a:gdLst>
                  <a:ahLst/>
                  <a:cxnLst/>
                  <a:rect l="textAreaLeft" t="textAreaTop" r="textAreaRight" b="textAreaBottom"/>
                  <a:pathLst>
                    <a:path w="151161" h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369" name="Google Shape;566;p18"/>
                <p:cNvGrpSpPr/>
                <p:nvPr/>
              </p:nvGrpSpPr>
              <p:grpSpPr>
                <a:xfrm>
                  <a:off x="8292960" y="653400"/>
                  <a:ext cx="467280" cy="200880"/>
                  <a:chOff x="8292960" y="653400"/>
                  <a:chExt cx="467280" cy="200880"/>
                </a:xfrm>
              </p:grpSpPr>
              <p:sp>
                <p:nvSpPr>
                  <p:cNvPr id="370" name="Google Shape;567;p18"/>
                  <p:cNvSpPr/>
                  <p:nvPr/>
                </p:nvSpPr>
                <p:spPr>
                  <a:xfrm>
                    <a:off x="8320320" y="653400"/>
                    <a:ext cx="394200" cy="28440"/>
                  </a:xfrm>
                  <a:custGeom>
                    <a:avLst/>
                    <a:gdLst>
                      <a:gd name="textAreaLeft" fmla="*/ 0 w 394200"/>
                      <a:gd name="textAreaRight" fmla="*/ 394560 w 394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80034" h="20383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1" name="Google Shape;568;p18"/>
                  <p:cNvSpPr/>
                  <p:nvPr/>
                </p:nvSpPr>
                <p:spPr>
                  <a:xfrm>
                    <a:off x="8292960" y="711000"/>
                    <a:ext cx="288720" cy="28440"/>
                  </a:xfrm>
                  <a:custGeom>
                    <a:avLst/>
                    <a:gdLst>
                      <a:gd name="textAreaLeft" fmla="*/ 0 w 288720"/>
                      <a:gd name="textAreaRight" fmla="*/ 289080 w 28872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05073" h="2038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2" name="Google Shape;569;p18"/>
                  <p:cNvSpPr/>
                  <p:nvPr/>
                </p:nvSpPr>
                <p:spPr>
                  <a:xfrm>
                    <a:off x="8292960" y="768240"/>
                    <a:ext cx="467280" cy="28440"/>
                  </a:xfrm>
                  <a:custGeom>
                    <a:avLst/>
                    <a:gdLst>
                      <a:gd name="textAreaLeft" fmla="*/ 0 w 467280"/>
                      <a:gd name="textAreaRight" fmla="*/ 467640 w 46728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332041" h="20383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373" name="Google Shape;570;p18"/>
                  <p:cNvSpPr/>
                  <p:nvPr/>
                </p:nvSpPr>
                <p:spPr>
                  <a:xfrm>
                    <a:off x="8292960" y="825840"/>
                    <a:ext cx="241200" cy="28440"/>
                  </a:xfrm>
                  <a:custGeom>
                    <a:avLst/>
                    <a:gdLst>
                      <a:gd name="textAreaLeft" fmla="*/ 0 w 241200"/>
                      <a:gd name="textAreaRight" fmla="*/ 241560 w 241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171545" h="20383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374" name="Google Shape;571;p18"/>
              <p:cNvSpPr/>
              <p:nvPr/>
            </p:nvSpPr>
            <p:spPr>
              <a:xfrm>
                <a:off x="8083080" y="706680"/>
                <a:ext cx="71280" cy="84960"/>
              </a:xfrm>
              <a:custGeom>
                <a:avLst/>
                <a:gdLst>
                  <a:gd name="textAreaLeft" fmla="*/ 0 w 71280"/>
                  <a:gd name="textAreaRight" fmla="*/ 71640 w 712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50734" h="60632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375" name="Google Shape;572;p18"/>
            <p:cNvGrpSpPr/>
            <p:nvPr/>
          </p:nvGrpSpPr>
          <p:grpSpPr>
            <a:xfrm>
              <a:off x="8756280" y="539640"/>
              <a:ext cx="173160" cy="112320"/>
              <a:chOff x="8756280" y="539640"/>
              <a:chExt cx="173160" cy="112320"/>
            </a:xfrm>
          </p:grpSpPr>
          <p:grpSp>
            <p:nvGrpSpPr>
              <p:cNvPr id="376" name="Google Shape;573;p18"/>
              <p:cNvGrpSpPr/>
              <p:nvPr/>
            </p:nvGrpSpPr>
            <p:grpSpPr>
              <a:xfrm>
                <a:off x="8756280" y="553320"/>
                <a:ext cx="173160" cy="89640"/>
                <a:chOff x="8756280" y="553320"/>
                <a:chExt cx="173160" cy="89640"/>
              </a:xfrm>
            </p:grpSpPr>
            <p:sp>
              <p:nvSpPr>
                <p:cNvPr id="377" name="Google Shape;574;p18"/>
                <p:cNvSpPr/>
                <p:nvPr/>
              </p:nvSpPr>
              <p:spPr>
                <a:xfrm>
                  <a:off x="8756280" y="553320"/>
                  <a:ext cx="173160" cy="89640"/>
                </a:xfrm>
                <a:custGeom>
                  <a:avLst/>
                  <a:gdLst>
                    <a:gd name="textAreaLeft" fmla="*/ 0 w 173160"/>
                    <a:gd name="textAreaRight" fmla="*/ 173520 w 173160"/>
                    <a:gd name="textAreaTop" fmla="*/ 0 h 89640"/>
                    <a:gd name="textAreaBottom" fmla="*/ 90000 h 89640"/>
                  </a:gdLst>
                  <a:ahLst/>
                  <a:cxnLst/>
                  <a:rect l="textAreaLeft" t="textAreaTop" r="textAreaRight" b="textAreaBottom"/>
                  <a:pathLst>
                    <a:path w="123062" h="63817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78" name="Google Shape;575;p18"/>
                <p:cNvSpPr/>
                <p:nvPr/>
              </p:nvSpPr>
              <p:spPr>
                <a:xfrm>
                  <a:off x="8815320" y="570600"/>
                  <a:ext cx="55080" cy="55080"/>
                </a:xfrm>
                <a:custGeom>
                  <a:avLst/>
                  <a:gdLst>
                    <a:gd name="textAreaLeft" fmla="*/ 0 w 55080"/>
                    <a:gd name="textAreaRight" fmla="*/ 55440 w 55080"/>
                    <a:gd name="textAreaTop" fmla="*/ 0 h 55080"/>
                    <a:gd name="textAreaBottom" fmla="*/ 55440 h 55080"/>
                  </a:gdLst>
                  <a:ahLst/>
                  <a:cxnLst/>
                  <a:rect l="textAreaLeft" t="textAreaTop" r="textAreaRight" b="textAreaBottom"/>
                  <a:pathLst>
                    <a:path w="39242" h="39243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720" bIns="27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379" name="Google Shape;576;p18"/>
              <p:cNvSpPr/>
              <p:nvPr/>
            </p:nvSpPr>
            <p:spPr>
              <a:xfrm rot="18900000">
                <a:off x="8768880" y="588960"/>
                <a:ext cx="145440" cy="1332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03346" h="9715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798480" y="29977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title"/>
          </p:nvPr>
        </p:nvSpPr>
        <p:spPr>
          <a:xfrm>
            <a:off x="2825640" y="102960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2" name="PlaceHolder 3"/>
          <p:cNvSpPr>
            <a:spLocks noGrp="1"/>
          </p:cNvSpPr>
          <p:nvPr>
            <p:ph type="title"/>
          </p:nvPr>
        </p:nvSpPr>
        <p:spPr>
          <a:xfrm>
            <a:off x="4853160" y="2997720"/>
            <a:ext cx="349236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83" name="Google Shape;584;p19"/>
          <p:cNvSpPr/>
          <p:nvPr/>
        </p:nvSpPr>
        <p:spPr>
          <a:xfrm rot="15889200">
            <a:off x="-1869120" y="3438720"/>
            <a:ext cx="3168000" cy="230760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307600"/>
              <a:gd name="textAreaBottom" fmla="*/ 2307960 h 23076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384" name="Google Shape;585;p19"/>
          <p:cNvSpPr/>
          <p:nvPr/>
        </p:nvSpPr>
        <p:spPr>
          <a:xfrm rot="21304800">
            <a:off x="7350120" y="3902760"/>
            <a:ext cx="3168000" cy="256176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561760"/>
              <a:gd name="textAreaBottom" fmla="*/ 2562120 h 25617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86" name="Google Shape;588;p20"/>
          <p:cNvSpPr/>
          <p:nvPr/>
        </p:nvSpPr>
        <p:spPr>
          <a:xfrm rot="337800" flipH="1">
            <a:off x="8211600" y="3187080"/>
            <a:ext cx="3158280" cy="351828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3518280"/>
              <a:gd name="textAreaBottom" fmla="*/ 3518640 h 35182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387" name="Google Shape;589;p20"/>
          <p:cNvGrpSpPr/>
          <p:nvPr/>
        </p:nvGrpSpPr>
        <p:grpSpPr>
          <a:xfrm>
            <a:off x="90360" y="4214520"/>
            <a:ext cx="515520" cy="778680"/>
            <a:chOff x="90360" y="4214520"/>
            <a:chExt cx="515520" cy="778680"/>
          </a:xfrm>
        </p:grpSpPr>
        <p:grpSp>
          <p:nvGrpSpPr>
            <p:cNvPr id="388" name="Google Shape;590;p20"/>
            <p:cNvGrpSpPr/>
            <p:nvPr/>
          </p:nvGrpSpPr>
          <p:grpSpPr>
            <a:xfrm>
              <a:off x="216000" y="4214520"/>
              <a:ext cx="389880" cy="663840"/>
              <a:chOff x="216000" y="4214520"/>
              <a:chExt cx="389880" cy="663840"/>
            </a:xfrm>
          </p:grpSpPr>
          <p:sp>
            <p:nvSpPr>
              <p:cNvPr id="389" name="Google Shape;591;p20"/>
              <p:cNvSpPr/>
              <p:nvPr/>
            </p:nvSpPr>
            <p:spPr>
              <a:xfrm>
                <a:off x="216000" y="421452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390" name="Google Shape;592;p20"/>
              <p:cNvGrpSpPr/>
              <p:nvPr/>
            </p:nvGrpSpPr>
            <p:grpSpPr>
              <a:xfrm>
                <a:off x="271800" y="4300560"/>
                <a:ext cx="279000" cy="255960"/>
                <a:chOff x="271800" y="4300560"/>
                <a:chExt cx="279000" cy="255960"/>
              </a:xfrm>
            </p:grpSpPr>
            <p:sp>
              <p:nvSpPr>
                <p:cNvPr id="391" name="Google Shape;593;p20"/>
                <p:cNvSpPr/>
                <p:nvPr/>
              </p:nvSpPr>
              <p:spPr>
                <a:xfrm>
                  <a:off x="271800" y="4300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2" name="Google Shape;594;p20"/>
                <p:cNvSpPr/>
                <p:nvPr/>
              </p:nvSpPr>
              <p:spPr>
                <a:xfrm>
                  <a:off x="271800" y="4348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3" name="Google Shape;595;p20"/>
                <p:cNvSpPr/>
                <p:nvPr/>
              </p:nvSpPr>
              <p:spPr>
                <a:xfrm>
                  <a:off x="271800" y="43952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4" name="Google Shape;596;p20"/>
                <p:cNvSpPr/>
                <p:nvPr/>
              </p:nvSpPr>
              <p:spPr>
                <a:xfrm>
                  <a:off x="271800" y="44431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5" name="Google Shape;597;p20"/>
                <p:cNvSpPr/>
                <p:nvPr/>
              </p:nvSpPr>
              <p:spPr>
                <a:xfrm>
                  <a:off x="271800" y="44902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6" name="Google Shape;598;p20"/>
                <p:cNvSpPr/>
                <p:nvPr/>
              </p:nvSpPr>
              <p:spPr>
                <a:xfrm>
                  <a:off x="271800" y="453780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397" name="Google Shape;599;p20"/>
              <p:cNvGrpSpPr/>
              <p:nvPr/>
            </p:nvGrpSpPr>
            <p:grpSpPr>
              <a:xfrm>
                <a:off x="271800" y="4633560"/>
                <a:ext cx="279000" cy="160920"/>
                <a:chOff x="271800" y="4633560"/>
                <a:chExt cx="279000" cy="160920"/>
              </a:xfrm>
            </p:grpSpPr>
            <p:sp>
              <p:nvSpPr>
                <p:cNvPr id="398" name="Google Shape;600;p20"/>
                <p:cNvSpPr/>
                <p:nvPr/>
              </p:nvSpPr>
              <p:spPr>
                <a:xfrm>
                  <a:off x="271800" y="46335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399" name="Google Shape;601;p20"/>
                <p:cNvSpPr/>
                <p:nvPr/>
              </p:nvSpPr>
              <p:spPr>
                <a:xfrm>
                  <a:off x="271800" y="46810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0" name="Google Shape;602;p20"/>
                <p:cNvSpPr/>
                <p:nvPr/>
              </p:nvSpPr>
              <p:spPr>
                <a:xfrm>
                  <a:off x="271800" y="47286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1" name="Google Shape;603;p20"/>
                <p:cNvSpPr/>
                <p:nvPr/>
              </p:nvSpPr>
              <p:spPr>
                <a:xfrm>
                  <a:off x="271800" y="47757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02" name="Google Shape;604;p20"/>
              <p:cNvSpPr/>
              <p:nvPr/>
            </p:nvSpPr>
            <p:spPr>
              <a:xfrm>
                <a:off x="506160" y="421452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403" name="Google Shape;605;p20"/>
            <p:cNvGrpSpPr/>
            <p:nvPr/>
          </p:nvGrpSpPr>
          <p:grpSpPr>
            <a:xfrm>
              <a:off x="90360" y="4329360"/>
              <a:ext cx="389880" cy="663840"/>
              <a:chOff x="90360" y="4329360"/>
              <a:chExt cx="389880" cy="663840"/>
            </a:xfrm>
          </p:grpSpPr>
          <p:sp>
            <p:nvSpPr>
              <p:cNvPr id="404" name="Google Shape;606;p20"/>
              <p:cNvSpPr/>
              <p:nvPr/>
            </p:nvSpPr>
            <p:spPr>
              <a:xfrm>
                <a:off x="90360" y="4329360"/>
                <a:ext cx="389880" cy="663840"/>
              </a:xfrm>
              <a:custGeom>
                <a:avLst/>
                <a:gdLst>
                  <a:gd name="textAreaLeft" fmla="*/ 0 w 389880"/>
                  <a:gd name="textAreaRight" fmla="*/ 39024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05" name="Google Shape;607;p20"/>
              <p:cNvGrpSpPr/>
              <p:nvPr/>
            </p:nvGrpSpPr>
            <p:grpSpPr>
              <a:xfrm>
                <a:off x="145800" y="4415400"/>
                <a:ext cx="279000" cy="256320"/>
                <a:chOff x="145800" y="4415400"/>
                <a:chExt cx="279000" cy="256320"/>
              </a:xfrm>
            </p:grpSpPr>
            <p:sp>
              <p:nvSpPr>
                <p:cNvPr id="406" name="Google Shape;608;p20"/>
                <p:cNvSpPr/>
                <p:nvPr/>
              </p:nvSpPr>
              <p:spPr>
                <a:xfrm>
                  <a:off x="145800" y="4415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7" name="Google Shape;609;p20"/>
                <p:cNvSpPr/>
                <p:nvPr/>
              </p:nvSpPr>
              <p:spPr>
                <a:xfrm>
                  <a:off x="145800" y="4462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8" name="Google Shape;610;p20"/>
                <p:cNvSpPr/>
                <p:nvPr/>
              </p:nvSpPr>
              <p:spPr>
                <a:xfrm>
                  <a:off x="145800" y="4510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09" name="Google Shape;611;p20"/>
                <p:cNvSpPr/>
                <p:nvPr/>
              </p:nvSpPr>
              <p:spPr>
                <a:xfrm>
                  <a:off x="145800" y="455796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0" name="Google Shape;612;p20"/>
                <p:cNvSpPr/>
                <p:nvPr/>
              </p:nvSpPr>
              <p:spPr>
                <a:xfrm>
                  <a:off x="145800" y="460548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1" name="Google Shape;613;p20"/>
                <p:cNvSpPr/>
                <p:nvPr/>
              </p:nvSpPr>
              <p:spPr>
                <a:xfrm>
                  <a:off x="145800" y="465300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412" name="Google Shape;614;p20"/>
              <p:cNvGrpSpPr/>
              <p:nvPr/>
            </p:nvGrpSpPr>
            <p:grpSpPr>
              <a:xfrm>
                <a:off x="145800" y="4748400"/>
                <a:ext cx="279000" cy="161280"/>
                <a:chOff x="145800" y="4748400"/>
                <a:chExt cx="279000" cy="161280"/>
              </a:xfrm>
            </p:grpSpPr>
            <p:sp>
              <p:nvSpPr>
                <p:cNvPr id="413" name="Google Shape;615;p20"/>
                <p:cNvSpPr/>
                <p:nvPr/>
              </p:nvSpPr>
              <p:spPr>
                <a:xfrm>
                  <a:off x="145800" y="474840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4" name="Google Shape;616;p20"/>
                <p:cNvSpPr/>
                <p:nvPr/>
              </p:nvSpPr>
              <p:spPr>
                <a:xfrm>
                  <a:off x="145800" y="479592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5" name="Google Shape;617;p20"/>
                <p:cNvSpPr/>
                <p:nvPr/>
              </p:nvSpPr>
              <p:spPr>
                <a:xfrm>
                  <a:off x="145800" y="4843440"/>
                  <a:ext cx="279000" cy="18720"/>
                </a:xfrm>
                <a:custGeom>
                  <a:avLst/>
                  <a:gdLst>
                    <a:gd name="textAreaLeft" fmla="*/ 0 w 279000"/>
                    <a:gd name="textAreaRight" fmla="*/ 27936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16" name="Google Shape;618;p20"/>
                <p:cNvSpPr/>
                <p:nvPr/>
              </p:nvSpPr>
              <p:spPr>
                <a:xfrm>
                  <a:off x="145800" y="4890960"/>
                  <a:ext cx="163800" cy="18720"/>
                </a:xfrm>
                <a:custGeom>
                  <a:avLst/>
                  <a:gdLst>
                    <a:gd name="textAreaLeft" fmla="*/ 0 w 163800"/>
                    <a:gd name="textAreaRight" fmla="*/ 16416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417" name="Google Shape;619;p20"/>
              <p:cNvSpPr/>
              <p:nvPr/>
            </p:nvSpPr>
            <p:spPr>
              <a:xfrm>
                <a:off x="380160" y="4329360"/>
                <a:ext cx="99720" cy="99720"/>
              </a:xfrm>
              <a:custGeom>
                <a:avLst/>
                <a:gdLst>
                  <a:gd name="textAreaLeft" fmla="*/ 0 w 99720"/>
                  <a:gd name="textAreaRight" fmla="*/ 10008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sp>
        <p:nvSpPr>
          <p:cNvPr id="418" name="Google Shape;620;p20"/>
          <p:cNvSpPr/>
          <p:nvPr/>
        </p:nvSpPr>
        <p:spPr>
          <a:xfrm rot="17943000" flipH="1">
            <a:off x="-1404360" y="-738000"/>
            <a:ext cx="2745360" cy="1627560"/>
          </a:xfrm>
          <a:custGeom>
            <a:avLst/>
            <a:gdLst>
              <a:gd name="textAreaLeft" fmla="*/ -360 w 2745360"/>
              <a:gd name="textAreaRight" fmla="*/ 2745360 w 2745360"/>
              <a:gd name="textAreaTop" fmla="*/ 0 h 1627560"/>
              <a:gd name="textAreaBottom" fmla="*/ 1627920 h 1627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19" name="Google Shape;621;p20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420" name="Google Shape;622;p20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421" name="Google Shape;623;p20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2" name="Google Shape;624;p20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423" name="Google Shape;625;p20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4" name="Google Shape;626;p20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25" name="Google Shape;627;p20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426" name="Google Shape;628;p20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427" name="Google Shape;629;p20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28" name="Google Shape;630;p20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429" name="Google Shape;631;p20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430" name="Google Shape;632;p20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1" name="Google Shape;633;p20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32" name="Google Shape;634;p20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433" name="Google Shape;635;p20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4" name="Google Shape;636;p20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35" name="Google Shape;637;p20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436" name="Google Shape;638;p20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37" name="Google Shape;639;p20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title"/>
          </p:nvPr>
        </p:nvSpPr>
        <p:spPr>
          <a:xfrm>
            <a:off x="4047120" y="2571840"/>
            <a:ext cx="438336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48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39" name="PlaceHolder 2"/>
          <p:cNvSpPr>
            <a:spLocks noGrp="1"/>
          </p:cNvSpPr>
          <p:nvPr>
            <p:ph type="title"/>
          </p:nvPr>
        </p:nvSpPr>
        <p:spPr>
          <a:xfrm>
            <a:off x="4047120" y="1321920"/>
            <a:ext cx="1235520" cy="841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body"/>
          </p:nvPr>
        </p:nvSpPr>
        <p:spPr>
          <a:xfrm>
            <a:off x="48456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441" name="Google Shape;17;p3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2" name="Google Shape;18;p3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3" name="Google Shape;19;p3"/>
          <p:cNvSpPr/>
          <p:nvPr/>
        </p:nvSpPr>
        <p:spPr>
          <a:xfrm rot="17007000" flipH="1">
            <a:off x="6120" y="113040"/>
            <a:ext cx="642600" cy="519480"/>
          </a:xfrm>
          <a:custGeom>
            <a:avLst/>
            <a:gdLst>
              <a:gd name="textAreaLeft" fmla="*/ -360 w 642600"/>
              <a:gd name="textAreaRight" fmla="*/ 642600 w 642600"/>
              <a:gd name="textAreaTop" fmla="*/ 0 h 519480"/>
              <a:gd name="textAreaBottom" fmla="*/ 519840 h 5194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641;p21"/>
          <p:cNvSpPr/>
          <p:nvPr/>
        </p:nvSpPr>
        <p:spPr>
          <a:xfrm rot="9076800" flipH="1">
            <a:off x="7972920" y="-586080"/>
            <a:ext cx="1683360" cy="1672560"/>
          </a:xfrm>
          <a:custGeom>
            <a:avLst/>
            <a:gdLst>
              <a:gd name="textAreaLeft" fmla="*/ 360 w 1683360"/>
              <a:gd name="textAreaRight" fmla="*/ 1684080 w 1683360"/>
              <a:gd name="textAreaTop" fmla="*/ 0 h 1672560"/>
              <a:gd name="textAreaBottom" fmla="*/ 1672920 h 167256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45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446" name="Google Shape;643;p21"/>
          <p:cNvGrpSpPr/>
          <p:nvPr/>
        </p:nvGrpSpPr>
        <p:grpSpPr>
          <a:xfrm>
            <a:off x="682920" y="4696560"/>
            <a:ext cx="325440" cy="404280"/>
            <a:chOff x="682920" y="4696560"/>
            <a:chExt cx="325440" cy="404280"/>
          </a:xfrm>
        </p:grpSpPr>
        <p:sp>
          <p:nvSpPr>
            <p:cNvPr id="447" name="Google Shape;644;p21"/>
            <p:cNvSpPr/>
            <p:nvPr/>
          </p:nvSpPr>
          <p:spPr>
            <a:xfrm flipH="1">
              <a:off x="682920" y="4696560"/>
              <a:ext cx="325440" cy="404280"/>
            </a:xfrm>
            <a:custGeom>
              <a:avLst/>
              <a:gdLst>
                <a:gd name="textAreaLeft" fmla="*/ 360 w 325440"/>
                <a:gd name="textAreaRight" fmla="*/ 326160 w 325440"/>
                <a:gd name="textAreaTop" fmla="*/ 0 h 404280"/>
                <a:gd name="textAreaBottom" fmla="*/ 404640 h 404280"/>
              </a:gdLst>
              <a:ahLst/>
              <a:cxnLst/>
              <a:rect l="textAreaLeft" t="textAreaTop" r="textAreaRight" b="textAreaBottom"/>
              <a:pathLst>
                <a:path w="435673" h="541115">
                  <a:moveTo>
                    <a:pt x="394621" y="0"/>
                  </a:moveTo>
                  <a:cubicBezTo>
                    <a:pt x="417294" y="0"/>
                    <a:pt x="435674" y="18380"/>
                    <a:pt x="435674" y="41053"/>
                  </a:cubicBezTo>
                  <a:lnTo>
                    <a:pt x="435674" y="500062"/>
                  </a:lnTo>
                  <a:cubicBezTo>
                    <a:pt x="435674" y="522735"/>
                    <a:pt x="417294" y="541115"/>
                    <a:pt x="394621" y="541115"/>
                  </a:cubicBezTo>
                  <a:lnTo>
                    <a:pt x="41053" y="541115"/>
                  </a:lnTo>
                  <a:cubicBezTo>
                    <a:pt x="18380" y="541115"/>
                    <a:pt x="0" y="522735"/>
                    <a:pt x="0" y="500062"/>
                  </a:cubicBezTo>
                  <a:lnTo>
                    <a:pt x="0" y="41053"/>
                  </a:lnTo>
                  <a:cubicBezTo>
                    <a:pt x="0" y="18380"/>
                    <a:pt x="18380" y="0"/>
                    <a:pt x="41053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48" name="Google Shape;645;p21"/>
            <p:cNvGrpSpPr/>
            <p:nvPr/>
          </p:nvGrpSpPr>
          <p:grpSpPr>
            <a:xfrm>
              <a:off x="715680" y="4719960"/>
              <a:ext cx="122760" cy="30600"/>
              <a:chOff x="715680" y="4719960"/>
              <a:chExt cx="122760" cy="30600"/>
            </a:xfrm>
          </p:grpSpPr>
          <p:sp>
            <p:nvSpPr>
              <p:cNvPr id="449" name="Google Shape;646;p21"/>
              <p:cNvSpPr/>
              <p:nvPr/>
            </p:nvSpPr>
            <p:spPr>
              <a:xfrm flipH="1">
                <a:off x="71532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0" name="Google Shape;647;p21"/>
              <p:cNvSpPr/>
              <p:nvPr/>
            </p:nvSpPr>
            <p:spPr>
              <a:xfrm flipH="1">
                <a:off x="76140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8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4" y="41529"/>
                      <a:pt x="0" y="32194"/>
                      <a:pt x="0" y="20765"/>
                    </a:cubicBezTo>
                    <a:cubicBezTo>
                      <a:pt x="0" y="9334"/>
                      <a:pt x="9334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accen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1" name="Google Shape;648;p21"/>
              <p:cNvSpPr/>
              <p:nvPr/>
            </p:nvSpPr>
            <p:spPr>
              <a:xfrm flipH="1">
                <a:off x="807480" y="4719960"/>
                <a:ext cx="30600" cy="30600"/>
              </a:xfrm>
              <a:custGeom>
                <a:avLst/>
                <a:gdLst>
                  <a:gd name="textAreaLeft" fmla="*/ -360 w 30600"/>
                  <a:gd name="textAreaRight" fmla="*/ 30600 w 30600"/>
                  <a:gd name="textAreaTop" fmla="*/ 0 h 30600"/>
                  <a:gd name="textAreaBottom" fmla="*/ 30960 h 30600"/>
                </a:gdLst>
                <a:ahLst/>
                <a:cxnLst/>
                <a:rect l="textAreaLeft" t="textAreaTop" r="textAreaRight" b="textAreaBottom"/>
                <a:pathLst>
                  <a:path w="41529" h="41529">
                    <a:moveTo>
                      <a:pt x="41529" y="20765"/>
                    </a:moveTo>
                    <a:cubicBezTo>
                      <a:pt x="41529" y="32290"/>
                      <a:pt x="32195" y="41529"/>
                      <a:pt x="20764" y="41529"/>
                    </a:cubicBezTo>
                    <a:cubicBezTo>
                      <a:pt x="9335" y="41529"/>
                      <a:pt x="0" y="32194"/>
                      <a:pt x="0" y="20765"/>
                    </a:cubicBezTo>
                    <a:cubicBezTo>
                      <a:pt x="0" y="9334"/>
                      <a:pt x="9335" y="0"/>
                      <a:pt x="20764" y="0"/>
                    </a:cubicBezTo>
                    <a:cubicBezTo>
                      <a:pt x="32195" y="0"/>
                      <a:pt x="41529" y="9334"/>
                      <a:pt x="41529" y="20765"/>
                    </a:cubicBezTo>
                    <a:close/>
                  </a:path>
                </a:pathLst>
              </a:custGeom>
              <a:solidFill>
                <a:schemeClr val="lt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480" bIns="15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52" name="Google Shape;649;p21"/>
          <p:cNvGrpSpPr/>
          <p:nvPr/>
        </p:nvGrpSpPr>
        <p:grpSpPr>
          <a:xfrm>
            <a:off x="713520" y="4774680"/>
            <a:ext cx="268560" cy="280440"/>
            <a:chOff x="713520" y="4774680"/>
            <a:chExt cx="268560" cy="280440"/>
          </a:xfrm>
        </p:grpSpPr>
        <p:sp>
          <p:nvSpPr>
            <p:cNvPr id="453" name="Google Shape;650;p21"/>
            <p:cNvSpPr/>
            <p:nvPr/>
          </p:nvSpPr>
          <p:spPr>
            <a:xfrm flipH="1">
              <a:off x="714960" y="4933440"/>
              <a:ext cx="267120" cy="121680"/>
            </a:xfrm>
            <a:custGeom>
              <a:avLst/>
              <a:gdLst>
                <a:gd name="textAreaLeft" fmla="*/ 360 w 267120"/>
                <a:gd name="textAreaRight" fmla="*/ 267840 w 267120"/>
                <a:gd name="textAreaTop" fmla="*/ 0 h 121680"/>
                <a:gd name="textAreaBottom" fmla="*/ 122040 h 121680"/>
              </a:gdLst>
              <a:ahLst/>
              <a:cxnLst/>
              <a:rect l="textAreaLeft" t="textAreaTop" r="textAreaRight" b="textAreaBottom"/>
              <a:pathLst>
                <a:path w="357473" h="163258">
                  <a:moveTo>
                    <a:pt x="40196" y="72962"/>
                  </a:moveTo>
                  <a:lnTo>
                    <a:pt x="0" y="72962"/>
                  </a:lnTo>
                  <a:lnTo>
                    <a:pt x="0" y="90297"/>
                  </a:lnTo>
                  <a:lnTo>
                    <a:pt x="40196" y="90297"/>
                  </a:lnTo>
                  <a:lnTo>
                    <a:pt x="40196" y="72962"/>
                  </a:lnTo>
                  <a:close/>
                  <a:moveTo>
                    <a:pt x="185166" y="126778"/>
                  </a:moveTo>
                  <a:lnTo>
                    <a:pt x="294894" y="126778"/>
                  </a:lnTo>
                  <a:lnTo>
                    <a:pt x="294894" y="109347"/>
                  </a:lnTo>
                  <a:lnTo>
                    <a:pt x="185166" y="109347"/>
                  </a:lnTo>
                  <a:lnTo>
                    <a:pt x="185166" y="126778"/>
                  </a:lnTo>
                  <a:close/>
                  <a:moveTo>
                    <a:pt x="294894" y="0"/>
                  </a:moveTo>
                  <a:lnTo>
                    <a:pt x="38291" y="0"/>
                  </a:lnTo>
                  <a:lnTo>
                    <a:pt x="38291" y="17335"/>
                  </a:lnTo>
                  <a:lnTo>
                    <a:pt x="294894" y="17335"/>
                  </a:lnTo>
                  <a:lnTo>
                    <a:pt x="294894" y="0"/>
                  </a:lnTo>
                  <a:close/>
                  <a:moveTo>
                    <a:pt x="0" y="163259"/>
                  </a:moveTo>
                  <a:lnTo>
                    <a:pt x="99632" y="163259"/>
                  </a:lnTo>
                  <a:lnTo>
                    <a:pt x="99632" y="145828"/>
                  </a:lnTo>
                  <a:lnTo>
                    <a:pt x="0" y="145828"/>
                  </a:lnTo>
                  <a:lnTo>
                    <a:pt x="0" y="163259"/>
                  </a:lnTo>
                  <a:close/>
                  <a:moveTo>
                    <a:pt x="76581" y="36481"/>
                  </a:moveTo>
                  <a:lnTo>
                    <a:pt x="0" y="36481"/>
                  </a:lnTo>
                  <a:lnTo>
                    <a:pt x="0" y="53816"/>
                  </a:lnTo>
                  <a:lnTo>
                    <a:pt x="76581" y="53816"/>
                  </a:lnTo>
                  <a:lnTo>
                    <a:pt x="76581" y="36481"/>
                  </a:lnTo>
                  <a:close/>
                  <a:moveTo>
                    <a:pt x="52483" y="90297"/>
                  </a:moveTo>
                  <a:lnTo>
                    <a:pt x="207836" y="90297"/>
                  </a:lnTo>
                  <a:lnTo>
                    <a:pt x="207836" y="72962"/>
                  </a:lnTo>
                  <a:lnTo>
                    <a:pt x="52483" y="72962"/>
                  </a:lnTo>
                  <a:lnTo>
                    <a:pt x="52483" y="90297"/>
                  </a:lnTo>
                  <a:close/>
                  <a:moveTo>
                    <a:pt x="164402" y="109347"/>
                  </a:moveTo>
                  <a:lnTo>
                    <a:pt x="0" y="109347"/>
                  </a:lnTo>
                  <a:lnTo>
                    <a:pt x="0" y="126778"/>
                  </a:lnTo>
                  <a:lnTo>
                    <a:pt x="164402" y="126778"/>
                  </a:lnTo>
                  <a:lnTo>
                    <a:pt x="164402" y="109347"/>
                  </a:lnTo>
                  <a:close/>
                  <a:moveTo>
                    <a:pt x="220218" y="90297"/>
                  </a:moveTo>
                  <a:lnTo>
                    <a:pt x="357378" y="90297"/>
                  </a:lnTo>
                  <a:lnTo>
                    <a:pt x="357378" y="72962"/>
                  </a:lnTo>
                  <a:lnTo>
                    <a:pt x="220218" y="72962"/>
                  </a:lnTo>
                  <a:lnTo>
                    <a:pt x="220218" y="90297"/>
                  </a:lnTo>
                  <a:close/>
                  <a:moveTo>
                    <a:pt x="97441" y="53816"/>
                  </a:moveTo>
                  <a:lnTo>
                    <a:pt x="357474" y="53816"/>
                  </a:lnTo>
                  <a:lnTo>
                    <a:pt x="357474" y="36481"/>
                  </a:lnTo>
                  <a:lnTo>
                    <a:pt x="97441" y="36481"/>
                  </a:lnTo>
                  <a:lnTo>
                    <a:pt x="97441" y="53816"/>
                  </a:lnTo>
                  <a:close/>
                  <a:moveTo>
                    <a:pt x="305371" y="0"/>
                  </a:moveTo>
                  <a:lnTo>
                    <a:pt x="305371" y="17335"/>
                  </a:lnTo>
                  <a:lnTo>
                    <a:pt x="357378" y="17335"/>
                  </a:lnTo>
                  <a:lnTo>
                    <a:pt x="357378" y="0"/>
                  </a:lnTo>
                  <a:lnTo>
                    <a:pt x="305371" y="0"/>
                  </a:lnTo>
                  <a:close/>
                  <a:moveTo>
                    <a:pt x="315659" y="126778"/>
                  </a:moveTo>
                  <a:lnTo>
                    <a:pt x="357378" y="126778"/>
                  </a:lnTo>
                  <a:lnTo>
                    <a:pt x="357378" y="109347"/>
                  </a:lnTo>
                  <a:lnTo>
                    <a:pt x="315659" y="109347"/>
                  </a:lnTo>
                  <a:lnTo>
                    <a:pt x="315659" y="126778"/>
                  </a:lnTo>
                  <a:close/>
                  <a:moveTo>
                    <a:pt x="120396" y="163259"/>
                  </a:moveTo>
                  <a:lnTo>
                    <a:pt x="222981" y="163259"/>
                  </a:lnTo>
                  <a:lnTo>
                    <a:pt x="222981" y="145828"/>
                  </a:lnTo>
                  <a:lnTo>
                    <a:pt x="120396" y="145828"/>
                  </a:lnTo>
                  <a:lnTo>
                    <a:pt x="120396" y="163259"/>
                  </a:lnTo>
                  <a:close/>
                  <a:moveTo>
                    <a:pt x="235363" y="163259"/>
                  </a:moveTo>
                  <a:lnTo>
                    <a:pt x="313563" y="163259"/>
                  </a:lnTo>
                  <a:lnTo>
                    <a:pt x="313563" y="145828"/>
                  </a:lnTo>
                  <a:lnTo>
                    <a:pt x="235363" y="145828"/>
                  </a:lnTo>
                  <a:lnTo>
                    <a:pt x="235363" y="163259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4" name="Google Shape;651;p21"/>
            <p:cNvSpPr/>
            <p:nvPr/>
          </p:nvSpPr>
          <p:spPr>
            <a:xfrm flipH="1">
              <a:off x="713160" y="4774680"/>
              <a:ext cx="264600" cy="134280"/>
            </a:xfrm>
            <a:custGeom>
              <a:avLst/>
              <a:gdLst>
                <a:gd name="textAreaLeft" fmla="*/ -360 w 264600"/>
                <a:gd name="textAreaRight" fmla="*/ 264600 w 264600"/>
                <a:gd name="textAreaTop" fmla="*/ 0 h 134280"/>
                <a:gd name="textAreaBottom" fmla="*/ 134640 h 134280"/>
              </a:gdLst>
              <a:ahLst/>
              <a:cxnLst/>
              <a:rect l="textAreaLeft" t="textAreaTop" r="textAreaRight" b="textAreaBottom"/>
              <a:pathLst>
                <a:path w="353948" h="180117">
                  <a:moveTo>
                    <a:pt x="0" y="0"/>
                  </a:moveTo>
                  <a:lnTo>
                    <a:pt x="353949" y="0"/>
                  </a:lnTo>
                  <a:lnTo>
                    <a:pt x="353949" y="180118"/>
                  </a:lnTo>
                  <a:lnTo>
                    <a:pt x="0" y="180118"/>
                  </a:lnTo>
                  <a:close/>
                </a:path>
              </a:pathLst>
            </a:custGeom>
            <a:solidFill>
              <a:schemeClr val="dk2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55" name="Google Shape;652;p21"/>
          <p:cNvGrpSpPr/>
          <p:nvPr/>
        </p:nvGrpSpPr>
        <p:grpSpPr>
          <a:xfrm>
            <a:off x="96120" y="4469400"/>
            <a:ext cx="354960" cy="643680"/>
            <a:chOff x="96120" y="4469400"/>
            <a:chExt cx="354960" cy="643680"/>
          </a:xfrm>
        </p:grpSpPr>
        <p:grpSp>
          <p:nvGrpSpPr>
            <p:cNvPr id="456" name="Google Shape;653;p21"/>
            <p:cNvGrpSpPr/>
            <p:nvPr/>
          </p:nvGrpSpPr>
          <p:grpSpPr>
            <a:xfrm>
              <a:off x="96120" y="4469400"/>
              <a:ext cx="354960" cy="643680"/>
              <a:chOff x="96120" y="4469400"/>
              <a:chExt cx="354960" cy="643680"/>
            </a:xfrm>
          </p:grpSpPr>
          <p:sp>
            <p:nvSpPr>
              <p:cNvPr id="457" name="Google Shape;654;p21"/>
              <p:cNvSpPr/>
              <p:nvPr/>
            </p:nvSpPr>
            <p:spPr>
              <a:xfrm flipH="1">
                <a:off x="96120" y="4469400"/>
                <a:ext cx="354960" cy="643680"/>
              </a:xfrm>
              <a:custGeom>
                <a:avLst/>
                <a:gdLst>
                  <a:gd name="textAreaLeft" fmla="*/ 360 w 354960"/>
                  <a:gd name="textAreaRight" fmla="*/ 355680 w 354960"/>
                  <a:gd name="textAreaTop" fmla="*/ 0 h 643680"/>
                  <a:gd name="textAreaBottom" fmla="*/ 644040 h 643680"/>
                </a:gdLst>
                <a:ahLst/>
                <a:cxnLst/>
                <a:rect l="textAreaLeft" t="textAreaTop" r="textAreaRight" b="textAreaBottom"/>
                <a:pathLst>
                  <a:path w="470725" h="852963">
                    <a:moveTo>
                      <a:pt x="435388" y="0"/>
                    </a:moveTo>
                    <a:cubicBezTo>
                      <a:pt x="454904" y="0"/>
                      <a:pt x="470726" y="15821"/>
                      <a:pt x="470726" y="35338"/>
                    </a:cubicBezTo>
                    <a:lnTo>
                      <a:pt x="470726" y="817626"/>
                    </a:lnTo>
                    <a:cubicBezTo>
                      <a:pt x="470726" y="837143"/>
                      <a:pt x="454904" y="852964"/>
                      <a:pt x="435388" y="852964"/>
                    </a:cubicBezTo>
                    <a:lnTo>
                      <a:pt x="35338" y="852964"/>
                    </a:lnTo>
                    <a:cubicBezTo>
                      <a:pt x="15821" y="852964"/>
                      <a:pt x="0" y="837143"/>
                      <a:pt x="0" y="817626"/>
                    </a:cubicBezTo>
                    <a:lnTo>
                      <a:pt x="0" y="35338"/>
                    </a:lnTo>
                    <a:cubicBezTo>
                      <a:pt x="0" y="15822"/>
                      <a:pt x="15821" y="0"/>
                      <a:pt x="3533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58" name="Google Shape;655;p21"/>
              <p:cNvSpPr/>
              <p:nvPr/>
            </p:nvSpPr>
            <p:spPr>
              <a:xfrm flipH="1">
                <a:off x="111960" y="4502160"/>
                <a:ext cx="324000" cy="527760"/>
              </a:xfrm>
              <a:custGeom>
                <a:avLst/>
                <a:gdLst>
                  <a:gd name="textAreaLeft" fmla="*/ 360 w 324000"/>
                  <a:gd name="textAreaRight" fmla="*/ 324720 w 324000"/>
                  <a:gd name="textAreaTop" fmla="*/ 0 h 527760"/>
                  <a:gd name="textAreaBottom" fmla="*/ 528120 h 527760"/>
                </a:gdLst>
                <a:ahLst/>
                <a:cxnLst/>
                <a:rect l="textAreaLeft" t="textAreaTop" r="textAreaRight" b="textAreaBottom"/>
                <a:pathLst>
                  <a:path w="429577" h="699420">
                    <a:moveTo>
                      <a:pt x="0" y="0"/>
                    </a:moveTo>
                    <a:lnTo>
                      <a:pt x="429578" y="0"/>
                    </a:lnTo>
                    <a:lnTo>
                      <a:pt x="429578" y="699421"/>
                    </a:lnTo>
                    <a:lnTo>
                      <a:pt x="0" y="699421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459" name="Google Shape;656;p21"/>
            <p:cNvSpPr/>
            <p:nvPr/>
          </p:nvSpPr>
          <p:spPr>
            <a:xfrm flipH="1">
              <a:off x="127440" y="5065200"/>
              <a:ext cx="293040" cy="24120"/>
            </a:xfrm>
            <a:custGeom>
              <a:avLst/>
              <a:gdLst>
                <a:gd name="textAreaLeft" fmla="*/ 360 w 293040"/>
                <a:gd name="textAreaRight" fmla="*/ 293760 w 293040"/>
                <a:gd name="textAreaTop" fmla="*/ 0 h 24120"/>
                <a:gd name="textAreaBottom" fmla="*/ 24480 h 24120"/>
              </a:gdLst>
              <a:ahLst/>
              <a:cxnLst/>
              <a:rect l="textAreaLeft" t="textAreaTop" r="textAreaRight" b="textAreaBottom"/>
              <a:pathLst>
                <a:path w="388334" h="32194">
                  <a:moveTo>
                    <a:pt x="88011" y="0"/>
                  </a:moveTo>
                  <a:lnTo>
                    <a:pt x="16097" y="0"/>
                  </a:lnTo>
                  <a:cubicBezTo>
                    <a:pt x="7239" y="0"/>
                    <a:pt x="0" y="7239"/>
                    <a:pt x="0" y="16097"/>
                  </a:cubicBezTo>
                  <a:cubicBezTo>
                    <a:pt x="0" y="24955"/>
                    <a:pt x="7239" y="32195"/>
                    <a:pt x="16097" y="32195"/>
                  </a:cubicBezTo>
                  <a:lnTo>
                    <a:pt x="88011" y="32195"/>
                  </a:lnTo>
                  <a:cubicBezTo>
                    <a:pt x="96869" y="32195"/>
                    <a:pt x="104108" y="24955"/>
                    <a:pt x="104108" y="16097"/>
                  </a:cubicBezTo>
                  <a:cubicBezTo>
                    <a:pt x="104108" y="7239"/>
                    <a:pt x="96869" y="0"/>
                    <a:pt x="88011" y="0"/>
                  </a:cubicBezTo>
                  <a:close/>
                  <a:moveTo>
                    <a:pt x="230124" y="0"/>
                  </a:moveTo>
                  <a:lnTo>
                    <a:pt x="158210" y="0"/>
                  </a:lnTo>
                  <a:cubicBezTo>
                    <a:pt x="149352" y="0"/>
                    <a:pt x="142113" y="7239"/>
                    <a:pt x="142113" y="16097"/>
                  </a:cubicBezTo>
                  <a:cubicBezTo>
                    <a:pt x="142113" y="24955"/>
                    <a:pt x="149352" y="32195"/>
                    <a:pt x="158210" y="32195"/>
                  </a:cubicBezTo>
                  <a:lnTo>
                    <a:pt x="230124" y="32195"/>
                  </a:lnTo>
                  <a:cubicBezTo>
                    <a:pt x="238982" y="32195"/>
                    <a:pt x="246221" y="24955"/>
                    <a:pt x="246221" y="16097"/>
                  </a:cubicBezTo>
                  <a:cubicBezTo>
                    <a:pt x="246221" y="7239"/>
                    <a:pt x="238982" y="0"/>
                    <a:pt x="230124" y="0"/>
                  </a:cubicBezTo>
                  <a:close/>
                  <a:moveTo>
                    <a:pt x="372237" y="0"/>
                  </a:moveTo>
                  <a:lnTo>
                    <a:pt x="300323" y="0"/>
                  </a:lnTo>
                  <a:cubicBezTo>
                    <a:pt x="291465" y="0"/>
                    <a:pt x="284226" y="7239"/>
                    <a:pt x="284226" y="16097"/>
                  </a:cubicBezTo>
                  <a:cubicBezTo>
                    <a:pt x="284226" y="24955"/>
                    <a:pt x="291465" y="32195"/>
                    <a:pt x="300323" y="32195"/>
                  </a:cubicBezTo>
                  <a:lnTo>
                    <a:pt x="372237" y="32195"/>
                  </a:lnTo>
                  <a:cubicBezTo>
                    <a:pt x="381095" y="32195"/>
                    <a:pt x="388334" y="24955"/>
                    <a:pt x="388334" y="16097"/>
                  </a:cubicBezTo>
                  <a:cubicBezTo>
                    <a:pt x="388334" y="7239"/>
                    <a:pt x="381095" y="0"/>
                    <a:pt x="372237" y="0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2240" bIns="122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460" name="Google Shape;657;p21"/>
          <p:cNvGrpSpPr/>
          <p:nvPr/>
        </p:nvGrpSpPr>
        <p:grpSpPr>
          <a:xfrm>
            <a:off x="7976160" y="116280"/>
            <a:ext cx="1061640" cy="558720"/>
            <a:chOff x="7976160" y="116280"/>
            <a:chExt cx="1061640" cy="558720"/>
          </a:xfrm>
        </p:grpSpPr>
        <p:sp>
          <p:nvSpPr>
            <p:cNvPr id="461" name="Google Shape;658;p21"/>
            <p:cNvSpPr/>
            <p:nvPr/>
          </p:nvSpPr>
          <p:spPr>
            <a:xfrm>
              <a:off x="7976160" y="116280"/>
              <a:ext cx="1061640" cy="558720"/>
            </a:xfrm>
            <a:custGeom>
              <a:avLst/>
              <a:gdLst>
                <a:gd name="textAreaLeft" fmla="*/ 0 w 1061640"/>
                <a:gd name="textAreaRight" fmla="*/ 1062000 w 1061640"/>
                <a:gd name="textAreaTop" fmla="*/ 0 h 558720"/>
                <a:gd name="textAreaBottom" fmla="*/ 559080 h 558720"/>
              </a:gdLst>
              <a:ahLst/>
              <a:cxnLst/>
              <a:rect l="textAreaLeft" t="textAreaTop" r="textAreaRight" b="textAreaBottom"/>
              <a:pathLst>
                <a:path w="1262157" h="664368">
                  <a:moveTo>
                    <a:pt x="1102233" y="344424"/>
                  </a:moveTo>
                  <a:cubicBezTo>
                    <a:pt x="1090231" y="344424"/>
                    <a:pt x="1078611" y="345757"/>
                    <a:pt x="1067372" y="348234"/>
                  </a:cubicBezTo>
                  <a:cubicBezTo>
                    <a:pt x="1048131" y="223838"/>
                    <a:pt x="945166" y="127159"/>
                    <a:pt x="817816" y="117348"/>
                  </a:cubicBezTo>
                  <a:cubicBezTo>
                    <a:pt x="756856" y="45625"/>
                    <a:pt x="666083" y="0"/>
                    <a:pt x="564547" y="0"/>
                  </a:cubicBezTo>
                  <a:cubicBezTo>
                    <a:pt x="398526" y="0"/>
                    <a:pt x="260890" y="121825"/>
                    <a:pt x="236220" y="280988"/>
                  </a:cubicBezTo>
                  <a:cubicBezTo>
                    <a:pt x="222599" y="277939"/>
                    <a:pt x="208502" y="276320"/>
                    <a:pt x="194024" y="276320"/>
                  </a:cubicBezTo>
                  <a:cubicBezTo>
                    <a:pt x="86868" y="276320"/>
                    <a:pt x="0" y="363188"/>
                    <a:pt x="0" y="470345"/>
                  </a:cubicBezTo>
                  <a:cubicBezTo>
                    <a:pt x="0" y="577501"/>
                    <a:pt x="86868" y="664369"/>
                    <a:pt x="194024" y="664369"/>
                  </a:cubicBezTo>
                  <a:lnTo>
                    <a:pt x="1102138" y="664369"/>
                  </a:lnTo>
                  <a:cubicBezTo>
                    <a:pt x="1190530" y="664369"/>
                    <a:pt x="1262158" y="592741"/>
                    <a:pt x="1262158" y="504349"/>
                  </a:cubicBezTo>
                  <a:cubicBezTo>
                    <a:pt x="1262158" y="415957"/>
                    <a:pt x="1190530" y="344329"/>
                    <a:pt x="1102138" y="344329"/>
                  </a:cubicBezTo>
                  <a:close/>
                </a:path>
              </a:pathLst>
            </a:custGeom>
            <a:solidFill>
              <a:srgbClr val="42444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grpSp>
          <p:nvGrpSpPr>
            <p:cNvPr id="462" name="Google Shape;659;p21"/>
            <p:cNvGrpSpPr/>
            <p:nvPr/>
          </p:nvGrpSpPr>
          <p:grpSpPr>
            <a:xfrm>
              <a:off x="8325720" y="282960"/>
              <a:ext cx="281160" cy="319320"/>
              <a:chOff x="8325720" y="282960"/>
              <a:chExt cx="281160" cy="319320"/>
            </a:xfrm>
          </p:grpSpPr>
          <p:grpSp>
            <p:nvGrpSpPr>
              <p:cNvPr id="463" name="Google Shape;660;p21"/>
              <p:cNvGrpSpPr/>
              <p:nvPr/>
            </p:nvGrpSpPr>
            <p:grpSpPr>
              <a:xfrm>
                <a:off x="8325720" y="282960"/>
                <a:ext cx="281160" cy="319320"/>
                <a:chOff x="8325720" y="282960"/>
                <a:chExt cx="281160" cy="319320"/>
              </a:xfrm>
            </p:grpSpPr>
            <p:grpSp>
              <p:nvGrpSpPr>
                <p:cNvPr id="464" name="Google Shape;661;p21"/>
                <p:cNvGrpSpPr/>
                <p:nvPr/>
              </p:nvGrpSpPr>
              <p:grpSpPr>
                <a:xfrm>
                  <a:off x="8325720" y="481320"/>
                  <a:ext cx="281160" cy="120960"/>
                  <a:chOff x="8325720" y="481320"/>
                  <a:chExt cx="281160" cy="120960"/>
                </a:xfrm>
              </p:grpSpPr>
              <p:sp>
                <p:nvSpPr>
                  <p:cNvPr id="465" name="Google Shape;662;p21"/>
                  <p:cNvSpPr/>
                  <p:nvPr/>
                </p:nvSpPr>
                <p:spPr>
                  <a:xfrm>
                    <a:off x="8325720" y="50688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66" name="Google Shape;663;p21"/>
                  <p:cNvSpPr/>
                  <p:nvPr/>
                </p:nvSpPr>
                <p:spPr>
                  <a:xfrm>
                    <a:off x="8326080" y="48132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70"/>
                          <a:pt x="167164" y="60770"/>
                        </a:cubicBezTo>
                        <a:cubicBezTo>
                          <a:pt x="74842" y="60770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67" name="Google Shape;664;p21"/>
                <p:cNvGrpSpPr/>
                <p:nvPr/>
              </p:nvGrpSpPr>
              <p:grpSpPr>
                <a:xfrm>
                  <a:off x="8325720" y="381960"/>
                  <a:ext cx="281160" cy="120960"/>
                  <a:chOff x="8325720" y="381960"/>
                  <a:chExt cx="281160" cy="120960"/>
                </a:xfrm>
              </p:grpSpPr>
              <p:sp>
                <p:nvSpPr>
                  <p:cNvPr id="468" name="Google Shape;665;p21"/>
                  <p:cNvSpPr/>
                  <p:nvPr/>
                </p:nvSpPr>
                <p:spPr>
                  <a:xfrm>
                    <a:off x="8325720" y="407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69" name="Google Shape;666;p21"/>
                  <p:cNvSpPr/>
                  <p:nvPr/>
                </p:nvSpPr>
                <p:spPr>
                  <a:xfrm>
                    <a:off x="8326080" y="381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66"/>
                          <a:pt x="259486" y="60769"/>
                          <a:pt x="167164" y="60769"/>
                        </a:cubicBezTo>
                        <a:cubicBezTo>
                          <a:pt x="74842" y="60769"/>
                          <a:pt x="0" y="47166"/>
                          <a:pt x="0" y="30385"/>
                        </a:cubicBezTo>
                        <a:cubicBezTo>
                          <a:pt x="0" y="13604"/>
                          <a:pt x="74842" y="0"/>
                          <a:pt x="167164" y="0"/>
                        </a:cubicBezTo>
                        <a:cubicBezTo>
                          <a:pt x="259486" y="0"/>
                          <a:pt x="334328" y="13604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470" name="Google Shape;667;p21"/>
                <p:cNvGrpSpPr/>
                <p:nvPr/>
              </p:nvGrpSpPr>
              <p:grpSpPr>
                <a:xfrm>
                  <a:off x="8325720" y="282960"/>
                  <a:ext cx="281160" cy="120960"/>
                  <a:chOff x="8325720" y="282960"/>
                  <a:chExt cx="281160" cy="120960"/>
                </a:xfrm>
              </p:grpSpPr>
              <p:sp>
                <p:nvSpPr>
                  <p:cNvPr id="471" name="Google Shape;668;p21"/>
                  <p:cNvSpPr/>
                  <p:nvPr/>
                </p:nvSpPr>
                <p:spPr>
                  <a:xfrm>
                    <a:off x="8325720" y="308520"/>
                    <a:ext cx="281160" cy="95400"/>
                  </a:xfrm>
                  <a:custGeom>
                    <a:avLst/>
                    <a:gdLst>
                      <a:gd name="textAreaLeft" fmla="*/ 0 w 281160"/>
                      <a:gd name="textAreaRight" fmla="*/ 281520 w 281160"/>
                      <a:gd name="textAreaTop" fmla="*/ 0 h 95400"/>
                      <a:gd name="textAreaBottom" fmla="*/ 95760 h 95400"/>
                    </a:gdLst>
                    <a:ahLst/>
                    <a:cxnLst/>
                    <a:rect l="textAreaLeft" t="textAreaTop" r="textAreaRight" b="textAreaBottom"/>
                    <a:pathLst>
                      <a:path w="334422" h="113918">
                        <a:moveTo>
                          <a:pt x="95" y="0"/>
                        </a:moveTo>
                        <a:lnTo>
                          <a:pt x="95" y="83534"/>
                        </a:lnTo>
                        <a:cubicBezTo>
                          <a:pt x="95" y="100298"/>
                          <a:pt x="74962" y="113919"/>
                          <a:pt x="167259" y="113919"/>
                        </a:cubicBezTo>
                        <a:cubicBezTo>
                          <a:pt x="259556" y="113919"/>
                          <a:pt x="334423" y="100298"/>
                          <a:pt x="334423" y="83534"/>
                        </a:cubicBezTo>
                        <a:lnTo>
                          <a:pt x="334423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FD3D9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472" name="Google Shape;669;p21"/>
                  <p:cNvSpPr/>
                  <p:nvPr/>
                </p:nvSpPr>
                <p:spPr>
                  <a:xfrm>
                    <a:off x="8326080" y="282960"/>
                    <a:ext cx="280800" cy="50760"/>
                  </a:xfrm>
                  <a:custGeom>
                    <a:avLst/>
                    <a:gdLst>
                      <a:gd name="textAreaLeft" fmla="*/ 0 w 280800"/>
                      <a:gd name="textAreaRight" fmla="*/ 281160 w 280800"/>
                      <a:gd name="textAreaTop" fmla="*/ 0 h 50760"/>
                      <a:gd name="textAreaBottom" fmla="*/ 51120 h 50760"/>
                    </a:gdLst>
                    <a:ahLst/>
                    <a:cxnLst/>
                    <a:rect l="textAreaLeft" t="textAreaTop" r="textAreaRight" b="textAreaBottom"/>
                    <a:pathLst>
                      <a:path w="334327" h="60769">
                        <a:moveTo>
                          <a:pt x="334328" y="30385"/>
                        </a:moveTo>
                        <a:cubicBezTo>
                          <a:pt x="334328" y="47149"/>
                          <a:pt x="259461" y="60770"/>
                          <a:pt x="167164" y="60770"/>
                        </a:cubicBezTo>
                        <a:cubicBezTo>
                          <a:pt x="74866" y="60770"/>
                          <a:pt x="0" y="47149"/>
                          <a:pt x="0" y="30385"/>
                        </a:cubicBezTo>
                        <a:cubicBezTo>
                          <a:pt x="0" y="13621"/>
                          <a:pt x="74866" y="0"/>
                          <a:pt x="167164" y="0"/>
                        </a:cubicBezTo>
                        <a:cubicBezTo>
                          <a:pt x="259461" y="0"/>
                          <a:pt x="334328" y="13621"/>
                          <a:pt x="334328" y="30385"/>
                        </a:cubicBezTo>
                        <a:close/>
                      </a:path>
                    </a:pathLst>
                  </a:custGeom>
                  <a:solidFill>
                    <a:srgbClr val="E6EAF0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5560" bIns="2556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473" name="Google Shape;670;p21"/>
              <p:cNvSpPr/>
              <p:nvPr/>
            </p:nvSpPr>
            <p:spPr>
              <a:xfrm>
                <a:off x="8539920" y="34596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2"/>
                      <a:pt x="8572" y="0"/>
                      <a:pt x="19050" y="0"/>
                    </a:cubicBezTo>
                    <a:cubicBezTo>
                      <a:pt x="29528" y="0"/>
                      <a:pt x="38100" y="8572"/>
                      <a:pt x="38100" y="19050"/>
                    </a:cubicBezTo>
                    <a:close/>
                  </a:path>
                </a:pathLst>
              </a:custGeom>
              <a:solidFill>
                <a:srgbClr val="55C0ED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4" name="Google Shape;671;p21"/>
              <p:cNvSpPr/>
              <p:nvPr/>
            </p:nvSpPr>
            <p:spPr>
              <a:xfrm>
                <a:off x="8539920" y="44352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75" name="Google Shape;672;p21"/>
              <p:cNvSpPr/>
              <p:nvPr/>
            </p:nvSpPr>
            <p:spPr>
              <a:xfrm>
                <a:off x="8539920" y="545040"/>
                <a:ext cx="31680" cy="31680"/>
              </a:xfrm>
              <a:custGeom>
                <a:avLst/>
                <a:gdLst>
                  <a:gd name="textAreaLeft" fmla="*/ 0 w 31680"/>
                  <a:gd name="textAreaRight" fmla="*/ 32040 w 31680"/>
                  <a:gd name="textAreaTop" fmla="*/ 0 h 31680"/>
                  <a:gd name="textAreaBottom" fmla="*/ 32040 h 31680"/>
                </a:gdLst>
                <a:ahLst/>
                <a:cxnLst/>
                <a:rect l="textAreaLeft" t="textAreaTop" r="textAreaRight" b="textAreaBottom"/>
                <a:pathLst>
                  <a:path w="38100" h="38100">
                    <a:moveTo>
                      <a:pt x="38100" y="19050"/>
                    </a:moveTo>
                    <a:cubicBezTo>
                      <a:pt x="38100" y="29623"/>
                      <a:pt x="29528" y="38100"/>
                      <a:pt x="19050" y="38100"/>
                    </a:cubicBezTo>
                    <a:cubicBezTo>
                      <a:pt x="8572" y="38100"/>
                      <a:pt x="0" y="29528"/>
                      <a:pt x="0" y="19050"/>
                    </a:cubicBezTo>
                    <a:cubicBezTo>
                      <a:pt x="0" y="8573"/>
                      <a:pt x="8572" y="0"/>
                      <a:pt x="19050" y="0"/>
                    </a:cubicBezTo>
                    <a:cubicBezTo>
                      <a:pt x="29528" y="0"/>
                      <a:pt x="38100" y="8573"/>
                      <a:pt x="38100" y="19050"/>
                    </a:cubicBezTo>
                    <a:close/>
                  </a:path>
                </a:pathLst>
              </a:custGeom>
              <a:solidFill>
                <a:srgbClr val="E6EAF0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15840" bIns="15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476" name="Google Shape;673;p21"/>
          <p:cNvGrpSpPr/>
          <p:nvPr/>
        </p:nvGrpSpPr>
        <p:grpSpPr>
          <a:xfrm>
            <a:off x="457560" y="4797720"/>
            <a:ext cx="217800" cy="15840"/>
            <a:chOff x="457560" y="4797720"/>
            <a:chExt cx="217800" cy="15840"/>
          </a:xfrm>
        </p:grpSpPr>
        <p:sp>
          <p:nvSpPr>
            <p:cNvPr id="477" name="Google Shape;674;p21"/>
            <p:cNvSpPr/>
            <p:nvPr/>
          </p:nvSpPr>
          <p:spPr>
            <a:xfrm rot="16200000" flipV="1">
              <a:off x="563400" y="4701240"/>
              <a:ext cx="5760" cy="202320"/>
            </a:xfrm>
            <a:custGeom>
              <a:avLst/>
              <a:gdLst>
                <a:gd name="textAreaLeft" fmla="*/ 0 w 5760"/>
                <a:gd name="textAreaRight" fmla="*/ 6120 w 5760"/>
                <a:gd name="textAreaTop" fmla="*/ 360 h 202320"/>
                <a:gd name="textAreaBottom" fmla="*/ 203040 h 20232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8" name="Google Shape;675;p21"/>
            <p:cNvSpPr/>
            <p:nvPr/>
          </p:nvSpPr>
          <p:spPr>
            <a:xfrm rot="16200000" flipV="1">
              <a:off x="45756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9" name="Google Shape;676;p21"/>
            <p:cNvSpPr/>
            <p:nvPr/>
          </p:nvSpPr>
          <p:spPr>
            <a:xfrm rot="16200000" flipV="1">
              <a:off x="659520" y="4797720"/>
              <a:ext cx="15840" cy="15840"/>
            </a:xfrm>
            <a:custGeom>
              <a:avLst/>
              <a:gdLst>
                <a:gd name="textAreaLeft" fmla="*/ 0 w 15840"/>
                <a:gd name="textAreaRight" fmla="*/ 16200 w 15840"/>
                <a:gd name="textAreaTop" fmla="*/ 360 h 15840"/>
                <a:gd name="textAreaBottom" fmla="*/ 16560 h 1584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7920" bIns="792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0" name="Google Shape;677;p21"/>
          <p:cNvSpPr/>
          <p:nvPr/>
        </p:nvSpPr>
        <p:spPr>
          <a:xfrm rot="21067200">
            <a:off x="7984080" y="4422600"/>
            <a:ext cx="1660680" cy="1342800"/>
          </a:xfrm>
          <a:custGeom>
            <a:avLst/>
            <a:gdLst>
              <a:gd name="textAreaLeft" fmla="*/ 0 w 1660680"/>
              <a:gd name="textAreaRight" fmla="*/ 1661040 w 1660680"/>
              <a:gd name="textAreaTop" fmla="*/ 0 h 1342800"/>
              <a:gd name="textAreaBottom" fmla="*/ 1343160 h 1342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1" name="Google Shape;678;p21"/>
          <p:cNvSpPr/>
          <p:nvPr/>
        </p:nvSpPr>
        <p:spPr>
          <a:xfrm rot="16454400" flipH="1">
            <a:off x="-1234800" y="72000"/>
            <a:ext cx="2404080" cy="1318320"/>
          </a:xfrm>
          <a:custGeom>
            <a:avLst/>
            <a:gdLst>
              <a:gd name="textAreaLeft" fmla="*/ -360 w 2404080"/>
              <a:gd name="textAreaRight" fmla="*/ 240408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PlaceHolder 1"/>
          <p:cNvSpPr>
            <a:spLocks noGrp="1"/>
          </p:cNvSpPr>
          <p:nvPr>
            <p:ph type="title"/>
          </p:nvPr>
        </p:nvSpPr>
        <p:spPr>
          <a:xfrm>
            <a:off x="2347920" y="997200"/>
            <a:ext cx="444780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8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483" name="Google Shape;682;p22"/>
          <p:cNvSpPr/>
          <p:nvPr/>
        </p:nvSpPr>
        <p:spPr>
          <a:xfrm>
            <a:off x="2099160" y="3611880"/>
            <a:ext cx="494532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algn="ctr"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This presentation template was created by </a:t>
            </a:r>
            <a:r>
              <a:rPr lang="en" sz="1200" b="1" u="sng" strike="noStrike">
                <a:solidFill>
                  <a:schemeClr val="hlink"/>
                </a:solidFill>
                <a:effectLst/>
                <a:uFillTx/>
                <a:latin typeface="Open Sans"/>
                <a:ea typeface="Open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, and includes icons,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  <a:hlinkClick r:id="rId3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Open Sans"/>
                <a:ea typeface="Open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484" name="Google Shape;683;p22"/>
          <p:cNvSpPr/>
          <p:nvPr/>
        </p:nvSpPr>
        <p:spPr>
          <a:xfrm rot="19107000" flipH="1">
            <a:off x="-1086480" y="-57024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5" name="Google Shape;684;p22"/>
          <p:cNvSpPr/>
          <p:nvPr/>
        </p:nvSpPr>
        <p:spPr>
          <a:xfrm rot="16548600" flipH="1">
            <a:off x="7227360" y="345132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6" name="Google Shape;685;p22"/>
          <p:cNvSpPr/>
          <p:nvPr/>
        </p:nvSpPr>
        <p:spPr>
          <a:xfrm rot="460800" flipH="1">
            <a:off x="178560" y="3742560"/>
            <a:ext cx="1359360" cy="1222200"/>
          </a:xfrm>
          <a:custGeom>
            <a:avLst/>
            <a:gdLst>
              <a:gd name="textAreaLeft" fmla="*/ 360 w 1359360"/>
              <a:gd name="textAreaRight" fmla="*/ 1360080 w 1359360"/>
              <a:gd name="textAreaTop" fmla="*/ 0 h 1222200"/>
              <a:gd name="textAreaBottom" fmla="*/ 1222560 h 1222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7" name="Google Shape;686;p22"/>
          <p:cNvSpPr/>
          <p:nvPr/>
        </p:nvSpPr>
        <p:spPr>
          <a:xfrm rot="460800" flipH="1">
            <a:off x="6682320" y="-207396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688;p23"/>
          <p:cNvSpPr/>
          <p:nvPr/>
        </p:nvSpPr>
        <p:spPr>
          <a:xfrm rot="19699800" flipH="1">
            <a:off x="-500400" y="-435960"/>
            <a:ext cx="1729080" cy="1397880"/>
          </a:xfrm>
          <a:custGeom>
            <a:avLst/>
            <a:gdLst>
              <a:gd name="textAreaLeft" fmla="*/ -360 w 1729080"/>
              <a:gd name="textAreaRight" fmla="*/ 1729080 w 1729080"/>
              <a:gd name="textAreaTop" fmla="*/ 0 h 1397880"/>
              <a:gd name="textAreaBottom" fmla="*/ 1398240 h 13978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89" name="Google Shape;689;p23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0" name="Google Shape;690;p23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491" name="Google Shape;691;p23"/>
          <p:cNvSpPr/>
          <p:nvPr/>
        </p:nvSpPr>
        <p:spPr>
          <a:xfrm rot="531600" flipH="1">
            <a:off x="-1223640" y="3829320"/>
            <a:ext cx="2902680" cy="2346840"/>
          </a:xfrm>
          <a:custGeom>
            <a:avLst/>
            <a:gdLst>
              <a:gd name="textAreaLeft" fmla="*/ -360 w 2902680"/>
              <a:gd name="textAreaRight" fmla="*/ 2902680 w 2902680"/>
              <a:gd name="textAreaTop" fmla="*/ 0 h 2346840"/>
              <a:gd name="textAreaBottom" fmla="*/ 2347200 h 23468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492" name="Google Shape;692;p23"/>
          <p:cNvGrpSpPr/>
          <p:nvPr/>
        </p:nvGrpSpPr>
        <p:grpSpPr>
          <a:xfrm>
            <a:off x="7931880" y="177120"/>
            <a:ext cx="997560" cy="736560"/>
            <a:chOff x="7931880" y="177120"/>
            <a:chExt cx="997560" cy="736560"/>
          </a:xfrm>
        </p:grpSpPr>
        <p:grpSp>
          <p:nvGrpSpPr>
            <p:cNvPr id="493" name="Google Shape;693;p23"/>
            <p:cNvGrpSpPr/>
            <p:nvPr/>
          </p:nvGrpSpPr>
          <p:grpSpPr>
            <a:xfrm>
              <a:off x="7931880" y="177120"/>
              <a:ext cx="919440" cy="317520"/>
              <a:chOff x="7931880" y="177120"/>
              <a:chExt cx="919440" cy="317520"/>
            </a:xfrm>
          </p:grpSpPr>
          <p:sp>
            <p:nvSpPr>
              <p:cNvPr id="494" name="Google Shape;694;p23"/>
              <p:cNvSpPr/>
              <p:nvPr/>
            </p:nvSpPr>
            <p:spPr>
              <a:xfrm>
                <a:off x="7931880" y="177120"/>
                <a:ext cx="919440" cy="317520"/>
              </a:xfrm>
              <a:custGeom>
                <a:avLst/>
                <a:gdLst>
                  <a:gd name="textAreaLeft" fmla="*/ 0 w 919440"/>
                  <a:gd name="textAreaRight" fmla="*/ 919800 w 919440"/>
                  <a:gd name="textAreaTop" fmla="*/ 0 h 317520"/>
                  <a:gd name="textAreaBottom" fmla="*/ 317880 h 317520"/>
                </a:gdLst>
                <a:ahLst/>
                <a:cxnLst/>
                <a:rect l="textAreaLeft" t="textAreaTop" r="textAreaRight" b="textAreaBottom"/>
                <a:pathLst>
                  <a:path w="652843" h="225742">
                    <a:moveTo>
                      <a:pt x="619030" y="0"/>
                    </a:moveTo>
                    <a:cubicBezTo>
                      <a:pt x="637705" y="0"/>
                      <a:pt x="652844" y="15139"/>
                      <a:pt x="652844" y="33814"/>
                    </a:cubicBezTo>
                    <a:lnTo>
                      <a:pt x="652844" y="191929"/>
                    </a:lnTo>
                    <a:cubicBezTo>
                      <a:pt x="652844" y="210603"/>
                      <a:pt x="637704" y="225742"/>
                      <a:pt x="619030" y="225742"/>
                    </a:cubicBezTo>
                    <a:lnTo>
                      <a:pt x="33814" y="225742"/>
                    </a:lnTo>
                    <a:cubicBezTo>
                      <a:pt x="15139" y="225742"/>
                      <a:pt x="0" y="210603"/>
                      <a:pt x="0" y="191929"/>
                    </a:cubicBezTo>
                    <a:lnTo>
                      <a:pt x="0" y="33814"/>
                    </a:lnTo>
                    <a:cubicBezTo>
                      <a:pt x="0" y="15139"/>
                      <a:pt x="15139" y="0"/>
                      <a:pt x="3381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495" name="Google Shape;695;p23"/>
              <p:cNvSpPr/>
              <p:nvPr/>
            </p:nvSpPr>
            <p:spPr>
              <a:xfrm>
                <a:off x="8011800" y="228240"/>
                <a:ext cx="212760" cy="212760"/>
              </a:xfrm>
              <a:custGeom>
                <a:avLst/>
                <a:gdLst>
                  <a:gd name="textAreaLeft" fmla="*/ 0 w 212760"/>
                  <a:gd name="textAreaRight" fmla="*/ 213120 w 212760"/>
                  <a:gd name="textAreaTop" fmla="*/ 0 h 212760"/>
                  <a:gd name="textAreaBottom" fmla="*/ 213120 h 212760"/>
                </a:gdLst>
                <a:ahLst/>
                <a:cxnLst/>
                <a:rect l="textAreaLeft" t="textAreaTop" r="textAreaRight" b="textAreaBottom"/>
                <a:pathLst>
                  <a:path w="151161" h="151161">
                    <a:moveTo>
                      <a:pt x="0" y="0"/>
                    </a:moveTo>
                    <a:lnTo>
                      <a:pt x="151161" y="0"/>
                    </a:lnTo>
                    <a:lnTo>
                      <a:pt x="151161" y="151162"/>
                    </a:lnTo>
                    <a:lnTo>
                      <a:pt x="0" y="151162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496" name="Google Shape;696;p23"/>
              <p:cNvGrpSpPr/>
              <p:nvPr/>
            </p:nvGrpSpPr>
            <p:grpSpPr>
              <a:xfrm>
                <a:off x="8292960" y="234360"/>
                <a:ext cx="467280" cy="200880"/>
                <a:chOff x="8292960" y="234360"/>
                <a:chExt cx="467280" cy="200880"/>
              </a:xfrm>
            </p:grpSpPr>
            <p:sp>
              <p:nvSpPr>
                <p:cNvPr id="497" name="Google Shape;697;p23"/>
                <p:cNvSpPr/>
                <p:nvPr/>
              </p:nvSpPr>
              <p:spPr>
                <a:xfrm>
                  <a:off x="8292960" y="234360"/>
                  <a:ext cx="467280" cy="28440"/>
                </a:xfrm>
                <a:custGeom>
                  <a:avLst/>
                  <a:gdLst>
                    <a:gd name="textAreaLeft" fmla="*/ 0 w 467280"/>
                    <a:gd name="textAreaRight" fmla="*/ 467640 w 4672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32041" h="20383">
                      <a:moveTo>
                        <a:pt x="0" y="0"/>
                      </a:moveTo>
                      <a:lnTo>
                        <a:pt x="332041" y="0"/>
                      </a:lnTo>
                      <a:lnTo>
                        <a:pt x="332041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8" name="Google Shape;698;p23"/>
                <p:cNvSpPr/>
                <p:nvPr/>
              </p:nvSpPr>
              <p:spPr>
                <a:xfrm>
                  <a:off x="8292960" y="291960"/>
                  <a:ext cx="408600" cy="28440"/>
                </a:xfrm>
                <a:custGeom>
                  <a:avLst/>
                  <a:gdLst>
                    <a:gd name="textAreaLeft" fmla="*/ 0 w 408600"/>
                    <a:gd name="textAreaRight" fmla="*/ 408960 w 4086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290322" h="20383">
                      <a:moveTo>
                        <a:pt x="0" y="0"/>
                      </a:moveTo>
                      <a:lnTo>
                        <a:pt x="290322" y="0"/>
                      </a:lnTo>
                      <a:lnTo>
                        <a:pt x="29032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499" name="Google Shape;699;p23"/>
                <p:cNvSpPr/>
                <p:nvPr/>
              </p:nvSpPr>
              <p:spPr>
                <a:xfrm>
                  <a:off x="8292960" y="349200"/>
                  <a:ext cx="427680" cy="28440"/>
                </a:xfrm>
                <a:custGeom>
                  <a:avLst/>
                  <a:gdLst>
                    <a:gd name="textAreaLeft" fmla="*/ 0 w 427680"/>
                    <a:gd name="textAreaRight" fmla="*/ 428040 w 42768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303942" h="20383">
                      <a:moveTo>
                        <a:pt x="0" y="0"/>
                      </a:moveTo>
                      <a:lnTo>
                        <a:pt x="303942" y="0"/>
                      </a:lnTo>
                      <a:lnTo>
                        <a:pt x="303942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0" name="Google Shape;700;p23"/>
                <p:cNvSpPr/>
                <p:nvPr/>
              </p:nvSpPr>
              <p:spPr>
                <a:xfrm>
                  <a:off x="8292960" y="406800"/>
                  <a:ext cx="241200" cy="28440"/>
                </a:xfrm>
                <a:custGeom>
                  <a:avLst/>
                  <a:gdLst>
                    <a:gd name="textAreaLeft" fmla="*/ 0 w 241200"/>
                    <a:gd name="textAreaRight" fmla="*/ 241560 w 241200"/>
                    <a:gd name="textAreaTop" fmla="*/ 0 h 28440"/>
                    <a:gd name="textAreaBottom" fmla="*/ 28800 h 28440"/>
                  </a:gdLst>
                  <a:ahLst/>
                  <a:cxnLst/>
                  <a:rect l="textAreaLeft" t="textAreaTop" r="textAreaRight" b="textAreaBottom"/>
                  <a:pathLst>
                    <a:path w="171545" h="20383">
                      <a:moveTo>
                        <a:pt x="0" y="0"/>
                      </a:moveTo>
                      <a:lnTo>
                        <a:pt x="171545" y="0"/>
                      </a:lnTo>
                      <a:lnTo>
                        <a:pt x="171545" y="20384"/>
                      </a:lnTo>
                      <a:lnTo>
                        <a:pt x="0" y="20384"/>
                      </a:ln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4400" bIns="144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01" name="Google Shape;701;p23"/>
            <p:cNvGrpSpPr/>
            <p:nvPr/>
          </p:nvGrpSpPr>
          <p:grpSpPr>
            <a:xfrm>
              <a:off x="7931880" y="596160"/>
              <a:ext cx="919440" cy="317520"/>
              <a:chOff x="7931880" y="596160"/>
              <a:chExt cx="919440" cy="317520"/>
            </a:xfrm>
          </p:grpSpPr>
          <p:grpSp>
            <p:nvGrpSpPr>
              <p:cNvPr id="502" name="Google Shape;702;p23"/>
              <p:cNvGrpSpPr/>
              <p:nvPr/>
            </p:nvGrpSpPr>
            <p:grpSpPr>
              <a:xfrm>
                <a:off x="7931880" y="596160"/>
                <a:ext cx="919440" cy="317520"/>
                <a:chOff x="7931880" y="596160"/>
                <a:chExt cx="919440" cy="317520"/>
              </a:xfrm>
            </p:grpSpPr>
            <p:sp>
              <p:nvSpPr>
                <p:cNvPr id="503" name="Google Shape;703;p23"/>
                <p:cNvSpPr/>
                <p:nvPr/>
              </p:nvSpPr>
              <p:spPr>
                <a:xfrm>
                  <a:off x="7931880" y="596160"/>
                  <a:ext cx="919440" cy="317520"/>
                </a:xfrm>
                <a:custGeom>
                  <a:avLst/>
                  <a:gdLst>
                    <a:gd name="textAreaLeft" fmla="*/ 0 w 919440"/>
                    <a:gd name="textAreaRight" fmla="*/ 919800 w 919440"/>
                    <a:gd name="textAreaTop" fmla="*/ 0 h 317520"/>
                    <a:gd name="textAreaBottom" fmla="*/ 317880 h 317520"/>
                  </a:gdLst>
                  <a:ahLst/>
                  <a:cxnLst/>
                  <a:rect l="textAreaLeft" t="textAreaTop" r="textAreaRight" b="textAreaBottom"/>
                  <a:pathLst>
                    <a:path w="652843" h="225742">
                      <a:moveTo>
                        <a:pt x="619030" y="0"/>
                      </a:moveTo>
                      <a:cubicBezTo>
                        <a:pt x="637705" y="0"/>
                        <a:pt x="652844" y="15139"/>
                        <a:pt x="652844" y="33814"/>
                      </a:cubicBezTo>
                      <a:lnTo>
                        <a:pt x="652844" y="191929"/>
                      </a:lnTo>
                      <a:cubicBezTo>
                        <a:pt x="652844" y="210604"/>
                        <a:pt x="637704" y="225742"/>
                        <a:pt x="619030" y="225742"/>
                      </a:cubicBezTo>
                      <a:lnTo>
                        <a:pt x="33814" y="225742"/>
                      </a:lnTo>
                      <a:cubicBezTo>
                        <a:pt x="15139" y="225742"/>
                        <a:pt x="0" y="210604"/>
                        <a:pt x="0" y="191929"/>
                      </a:cubicBezTo>
                      <a:lnTo>
                        <a:pt x="0" y="33814"/>
                      </a:lnTo>
                      <a:cubicBezTo>
                        <a:pt x="0" y="15139"/>
                        <a:pt x="15139" y="0"/>
                        <a:pt x="33814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04" name="Google Shape;704;p23"/>
                <p:cNvSpPr/>
                <p:nvPr/>
              </p:nvSpPr>
              <p:spPr>
                <a:xfrm>
                  <a:off x="8011800" y="647640"/>
                  <a:ext cx="212760" cy="212760"/>
                </a:xfrm>
                <a:custGeom>
                  <a:avLst/>
                  <a:gdLst>
                    <a:gd name="textAreaLeft" fmla="*/ 0 w 212760"/>
                    <a:gd name="textAreaRight" fmla="*/ 213120 w 212760"/>
                    <a:gd name="textAreaTop" fmla="*/ 0 h 212760"/>
                    <a:gd name="textAreaBottom" fmla="*/ 213120 h 212760"/>
                  </a:gdLst>
                  <a:ahLst/>
                  <a:cxnLst/>
                  <a:rect l="textAreaLeft" t="textAreaTop" r="textAreaRight" b="textAreaBottom"/>
                  <a:pathLst>
                    <a:path w="151161" h="151161">
                      <a:moveTo>
                        <a:pt x="75534" y="151162"/>
                      </a:moveTo>
                      <a:lnTo>
                        <a:pt x="75534" y="151162"/>
                      </a:lnTo>
                      <a:cubicBezTo>
                        <a:pt x="33814" y="151162"/>
                        <a:pt x="0" y="117348"/>
                        <a:pt x="0" y="75629"/>
                      </a:cubicBezTo>
                      <a:lnTo>
                        <a:pt x="0" y="75629"/>
                      </a:lnTo>
                      <a:cubicBezTo>
                        <a:pt x="0" y="33909"/>
                        <a:pt x="33814" y="0"/>
                        <a:pt x="75534" y="0"/>
                      </a:cubicBezTo>
                      <a:lnTo>
                        <a:pt x="75534" y="0"/>
                      </a:lnTo>
                      <a:cubicBezTo>
                        <a:pt x="117253" y="0"/>
                        <a:pt x="151162" y="33814"/>
                        <a:pt x="151162" y="75533"/>
                      </a:cubicBezTo>
                      <a:lnTo>
                        <a:pt x="151162" y="75533"/>
                      </a:lnTo>
                      <a:cubicBezTo>
                        <a:pt x="151162" y="117253"/>
                        <a:pt x="117348" y="151162"/>
                        <a:pt x="75534" y="15116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05" name="Google Shape;705;p23"/>
                <p:cNvGrpSpPr/>
                <p:nvPr/>
              </p:nvGrpSpPr>
              <p:grpSpPr>
                <a:xfrm>
                  <a:off x="8292960" y="653400"/>
                  <a:ext cx="467280" cy="200880"/>
                  <a:chOff x="8292960" y="653400"/>
                  <a:chExt cx="467280" cy="200880"/>
                </a:xfrm>
              </p:grpSpPr>
              <p:sp>
                <p:nvSpPr>
                  <p:cNvPr id="506" name="Google Shape;706;p23"/>
                  <p:cNvSpPr/>
                  <p:nvPr/>
                </p:nvSpPr>
                <p:spPr>
                  <a:xfrm>
                    <a:off x="8320320" y="653400"/>
                    <a:ext cx="394200" cy="28440"/>
                  </a:xfrm>
                  <a:custGeom>
                    <a:avLst/>
                    <a:gdLst>
                      <a:gd name="textAreaLeft" fmla="*/ 0 w 394200"/>
                      <a:gd name="textAreaRight" fmla="*/ 394560 w 394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80034" h="20383">
                        <a:moveTo>
                          <a:pt x="0" y="0"/>
                        </a:moveTo>
                        <a:lnTo>
                          <a:pt x="280035" y="0"/>
                        </a:lnTo>
                        <a:lnTo>
                          <a:pt x="28003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7" name="Google Shape;707;p23"/>
                  <p:cNvSpPr/>
                  <p:nvPr/>
                </p:nvSpPr>
                <p:spPr>
                  <a:xfrm>
                    <a:off x="8292960" y="711000"/>
                    <a:ext cx="288720" cy="28440"/>
                  </a:xfrm>
                  <a:custGeom>
                    <a:avLst/>
                    <a:gdLst>
                      <a:gd name="textAreaLeft" fmla="*/ 0 w 288720"/>
                      <a:gd name="textAreaRight" fmla="*/ 289080 w 28872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205073" h="20383">
                        <a:moveTo>
                          <a:pt x="0" y="0"/>
                        </a:moveTo>
                        <a:lnTo>
                          <a:pt x="205073" y="0"/>
                        </a:lnTo>
                        <a:lnTo>
                          <a:pt x="205073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8" name="Google Shape;708;p23"/>
                  <p:cNvSpPr/>
                  <p:nvPr/>
                </p:nvSpPr>
                <p:spPr>
                  <a:xfrm>
                    <a:off x="8292960" y="768240"/>
                    <a:ext cx="467280" cy="28440"/>
                  </a:xfrm>
                  <a:custGeom>
                    <a:avLst/>
                    <a:gdLst>
                      <a:gd name="textAreaLeft" fmla="*/ 0 w 467280"/>
                      <a:gd name="textAreaRight" fmla="*/ 467640 w 46728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332041" h="20383">
                        <a:moveTo>
                          <a:pt x="0" y="0"/>
                        </a:moveTo>
                        <a:lnTo>
                          <a:pt x="332041" y="0"/>
                        </a:lnTo>
                        <a:lnTo>
                          <a:pt x="332041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09" name="Google Shape;709;p23"/>
                  <p:cNvSpPr/>
                  <p:nvPr/>
                </p:nvSpPr>
                <p:spPr>
                  <a:xfrm>
                    <a:off x="8292960" y="825840"/>
                    <a:ext cx="241200" cy="28440"/>
                  </a:xfrm>
                  <a:custGeom>
                    <a:avLst/>
                    <a:gdLst>
                      <a:gd name="textAreaLeft" fmla="*/ 0 w 241200"/>
                      <a:gd name="textAreaRight" fmla="*/ 241560 w 241200"/>
                      <a:gd name="textAreaTop" fmla="*/ 0 h 28440"/>
                      <a:gd name="textAreaBottom" fmla="*/ 28800 h 28440"/>
                    </a:gdLst>
                    <a:ahLst/>
                    <a:cxnLst/>
                    <a:rect l="textAreaLeft" t="textAreaTop" r="textAreaRight" b="textAreaBottom"/>
                    <a:pathLst>
                      <a:path w="171545" h="20383">
                        <a:moveTo>
                          <a:pt x="0" y="0"/>
                        </a:moveTo>
                        <a:lnTo>
                          <a:pt x="171545" y="0"/>
                        </a:lnTo>
                        <a:lnTo>
                          <a:pt x="171545" y="20384"/>
                        </a:lnTo>
                        <a:lnTo>
                          <a:pt x="0" y="2038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14400" bIns="144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sp>
            <p:nvSpPr>
              <p:cNvPr id="510" name="Google Shape;710;p23"/>
              <p:cNvSpPr/>
              <p:nvPr/>
            </p:nvSpPr>
            <p:spPr>
              <a:xfrm>
                <a:off x="8083080" y="706680"/>
                <a:ext cx="71280" cy="84960"/>
              </a:xfrm>
              <a:custGeom>
                <a:avLst/>
                <a:gdLst>
                  <a:gd name="textAreaLeft" fmla="*/ 0 w 71280"/>
                  <a:gd name="textAreaRight" fmla="*/ 71640 w 71280"/>
                  <a:gd name="textAreaTop" fmla="*/ 0 h 84960"/>
                  <a:gd name="textAreaBottom" fmla="*/ 85320 h 84960"/>
                </a:gdLst>
                <a:ahLst/>
                <a:cxnLst/>
                <a:rect l="textAreaLeft" t="textAreaTop" r="textAreaRight" b="textAreaBottom"/>
                <a:pathLst>
                  <a:path w="50734" h="60632">
                    <a:moveTo>
                      <a:pt x="0" y="4892"/>
                    </a:moveTo>
                    <a:lnTo>
                      <a:pt x="0" y="55851"/>
                    </a:lnTo>
                    <a:cubicBezTo>
                      <a:pt x="0" y="59566"/>
                      <a:pt x="4001" y="61851"/>
                      <a:pt x="7239" y="59947"/>
                    </a:cubicBezTo>
                    <a:lnTo>
                      <a:pt x="48387" y="35563"/>
                    </a:lnTo>
                    <a:cubicBezTo>
                      <a:pt x="51435" y="33753"/>
                      <a:pt x="51531" y="29371"/>
                      <a:pt x="48578" y="27371"/>
                    </a:cubicBezTo>
                    <a:lnTo>
                      <a:pt x="7430" y="796"/>
                    </a:lnTo>
                    <a:cubicBezTo>
                      <a:pt x="4191" y="-1299"/>
                      <a:pt x="0" y="987"/>
                      <a:pt x="0" y="4797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42480" bIns="4248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11" name="Google Shape;711;p23"/>
            <p:cNvGrpSpPr/>
            <p:nvPr/>
          </p:nvGrpSpPr>
          <p:grpSpPr>
            <a:xfrm>
              <a:off x="8756280" y="539640"/>
              <a:ext cx="173160" cy="112320"/>
              <a:chOff x="8756280" y="539640"/>
              <a:chExt cx="173160" cy="112320"/>
            </a:xfrm>
          </p:grpSpPr>
          <p:grpSp>
            <p:nvGrpSpPr>
              <p:cNvPr id="512" name="Google Shape;712;p23"/>
              <p:cNvGrpSpPr/>
              <p:nvPr/>
            </p:nvGrpSpPr>
            <p:grpSpPr>
              <a:xfrm>
                <a:off x="8756280" y="553320"/>
                <a:ext cx="173160" cy="89640"/>
                <a:chOff x="8756280" y="553320"/>
                <a:chExt cx="173160" cy="89640"/>
              </a:xfrm>
            </p:grpSpPr>
            <p:sp>
              <p:nvSpPr>
                <p:cNvPr id="513" name="Google Shape;713;p23"/>
                <p:cNvSpPr/>
                <p:nvPr/>
              </p:nvSpPr>
              <p:spPr>
                <a:xfrm>
                  <a:off x="8756280" y="553320"/>
                  <a:ext cx="173160" cy="89640"/>
                </a:xfrm>
                <a:custGeom>
                  <a:avLst/>
                  <a:gdLst>
                    <a:gd name="textAreaLeft" fmla="*/ 0 w 173160"/>
                    <a:gd name="textAreaRight" fmla="*/ 173520 w 173160"/>
                    <a:gd name="textAreaTop" fmla="*/ 0 h 89640"/>
                    <a:gd name="textAreaBottom" fmla="*/ 90000 h 89640"/>
                  </a:gdLst>
                  <a:ahLst/>
                  <a:cxnLst/>
                  <a:rect l="textAreaLeft" t="textAreaTop" r="textAreaRight" b="textAreaBottom"/>
                  <a:pathLst>
                    <a:path w="123062" h="63817">
                      <a:moveTo>
                        <a:pt x="61531" y="63817"/>
                      </a:moveTo>
                      <a:cubicBezTo>
                        <a:pt x="86963" y="63817"/>
                        <a:pt x="109442" y="51244"/>
                        <a:pt x="123063" y="31909"/>
                      </a:cubicBezTo>
                      <a:cubicBezTo>
                        <a:pt x="109442" y="12573"/>
                        <a:pt x="86963" y="0"/>
                        <a:pt x="61531" y="0"/>
                      </a:cubicBezTo>
                      <a:cubicBezTo>
                        <a:pt x="36100" y="0"/>
                        <a:pt x="13621" y="12573"/>
                        <a:pt x="0" y="31909"/>
                      </a:cubicBezTo>
                      <a:cubicBezTo>
                        <a:pt x="13621" y="51244"/>
                        <a:pt x="36100" y="63817"/>
                        <a:pt x="61531" y="63817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45000" bIns="450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14" name="Google Shape;714;p23"/>
                <p:cNvSpPr/>
                <p:nvPr/>
              </p:nvSpPr>
              <p:spPr>
                <a:xfrm>
                  <a:off x="8815320" y="570600"/>
                  <a:ext cx="55080" cy="55080"/>
                </a:xfrm>
                <a:custGeom>
                  <a:avLst/>
                  <a:gdLst>
                    <a:gd name="textAreaLeft" fmla="*/ 0 w 55080"/>
                    <a:gd name="textAreaRight" fmla="*/ 55440 w 55080"/>
                    <a:gd name="textAreaTop" fmla="*/ 0 h 55080"/>
                    <a:gd name="textAreaBottom" fmla="*/ 55440 h 55080"/>
                  </a:gdLst>
                  <a:ahLst/>
                  <a:cxnLst/>
                  <a:rect l="textAreaLeft" t="textAreaTop" r="textAreaRight" b="textAreaBottom"/>
                  <a:pathLst>
                    <a:path w="39242" h="39243">
                      <a:moveTo>
                        <a:pt x="39243" y="19621"/>
                      </a:moveTo>
                      <a:cubicBezTo>
                        <a:pt x="39243" y="30458"/>
                        <a:pt x="30458" y="39243"/>
                        <a:pt x="19621" y="39243"/>
                      </a:cubicBezTo>
                      <a:cubicBezTo>
                        <a:pt x="8785" y="39243"/>
                        <a:pt x="0" y="30458"/>
                        <a:pt x="0" y="19621"/>
                      </a:cubicBezTo>
                      <a:cubicBezTo>
                        <a:pt x="0" y="8785"/>
                        <a:pt x="8785" y="0"/>
                        <a:pt x="19621" y="0"/>
                      </a:cubicBezTo>
                      <a:cubicBezTo>
                        <a:pt x="30458" y="0"/>
                        <a:pt x="39243" y="8785"/>
                        <a:pt x="39243" y="19621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7720" bIns="27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15" name="Google Shape;715;p23"/>
              <p:cNvSpPr/>
              <p:nvPr/>
            </p:nvSpPr>
            <p:spPr>
              <a:xfrm rot="18900000">
                <a:off x="8768880" y="588960"/>
                <a:ext cx="145440" cy="13320"/>
              </a:xfrm>
              <a:custGeom>
                <a:avLst/>
                <a:gdLst>
                  <a:gd name="textAreaLeft" fmla="*/ 0 w 145440"/>
                  <a:gd name="textAreaRight" fmla="*/ 145800 w 145440"/>
                  <a:gd name="textAreaTop" fmla="*/ 0 h 13320"/>
                  <a:gd name="textAreaBottom" fmla="*/ 13680 h 13320"/>
                </a:gdLst>
                <a:ahLst/>
                <a:cxnLst/>
                <a:rect l="textAreaLeft" t="textAreaTop" r="textAreaRight" b="textAreaBottom"/>
                <a:pathLst>
                  <a:path w="103346" h="9715">
                    <a:moveTo>
                      <a:pt x="0" y="0"/>
                    </a:moveTo>
                    <a:lnTo>
                      <a:pt x="103346" y="0"/>
                    </a:lnTo>
                    <a:lnTo>
                      <a:pt x="103346" y="9716"/>
                    </a:lnTo>
                    <a:lnTo>
                      <a:pt x="0" y="9716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6840" bIns="68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717;p24"/>
          <p:cNvSpPr/>
          <p:nvPr/>
        </p:nvSpPr>
        <p:spPr>
          <a:xfrm rot="8820000" flipH="1">
            <a:off x="7035120" y="3934080"/>
            <a:ext cx="3158280" cy="2509200"/>
          </a:xfrm>
          <a:custGeom>
            <a:avLst/>
            <a:gdLst>
              <a:gd name="textAreaLeft" fmla="*/ -360 w 3158280"/>
              <a:gd name="textAreaRight" fmla="*/ 3158280 w 3158280"/>
              <a:gd name="textAreaTop" fmla="*/ 0 h 2509200"/>
              <a:gd name="textAreaBottom" fmla="*/ 2509560 h 25092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17" name="Google Shape;718;p24"/>
          <p:cNvSpPr/>
          <p:nvPr/>
        </p:nvSpPr>
        <p:spPr>
          <a:xfrm rot="17943000" flipH="1">
            <a:off x="-1336680" y="-858960"/>
            <a:ext cx="2745360" cy="1921320"/>
          </a:xfrm>
          <a:custGeom>
            <a:avLst/>
            <a:gdLst>
              <a:gd name="textAreaLeft" fmla="*/ 360 w 2745360"/>
              <a:gd name="textAreaRight" fmla="*/ 2746080 w 2745360"/>
              <a:gd name="textAreaTop" fmla="*/ 0 h 1921320"/>
              <a:gd name="textAreaBottom" fmla="*/ 1921680 h 1921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518" name="Google Shape;719;p24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519" name="Google Shape;720;p24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520" name="Google Shape;721;p24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1" name="Google Shape;722;p24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22" name="Google Shape;723;p24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523" name="Google Shape;724;p24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grpSp>
        <p:nvGrpSpPr>
          <p:cNvPr id="524" name="Google Shape;725;p24"/>
          <p:cNvGrpSpPr/>
          <p:nvPr/>
        </p:nvGrpSpPr>
        <p:grpSpPr>
          <a:xfrm>
            <a:off x="8115120" y="266760"/>
            <a:ext cx="829800" cy="750600"/>
            <a:chOff x="8115120" y="266760"/>
            <a:chExt cx="829800" cy="750600"/>
          </a:xfrm>
        </p:grpSpPr>
        <p:grpSp>
          <p:nvGrpSpPr>
            <p:cNvPr id="525" name="Google Shape;726;p24"/>
            <p:cNvGrpSpPr/>
            <p:nvPr/>
          </p:nvGrpSpPr>
          <p:grpSpPr>
            <a:xfrm>
              <a:off x="8115120" y="266760"/>
              <a:ext cx="829800" cy="750600"/>
              <a:chOff x="8115120" y="266760"/>
              <a:chExt cx="829800" cy="750600"/>
            </a:xfrm>
          </p:grpSpPr>
          <p:sp>
            <p:nvSpPr>
              <p:cNvPr id="526" name="Google Shape;727;p24"/>
              <p:cNvSpPr/>
              <p:nvPr/>
            </p:nvSpPr>
            <p:spPr>
              <a:xfrm>
                <a:off x="8115120" y="266760"/>
                <a:ext cx="829800" cy="750600"/>
              </a:xfrm>
              <a:custGeom>
                <a:avLst/>
                <a:gdLst>
                  <a:gd name="textAreaLeft" fmla="*/ 0 w 829800"/>
                  <a:gd name="textAreaRight" fmla="*/ 83016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27" name="Google Shape;728;p24"/>
              <p:cNvGrpSpPr/>
              <p:nvPr/>
            </p:nvGrpSpPr>
            <p:grpSpPr>
              <a:xfrm>
                <a:off x="8655480" y="309960"/>
                <a:ext cx="228240" cy="57240"/>
                <a:chOff x="8655480" y="309960"/>
                <a:chExt cx="228240" cy="57240"/>
              </a:xfrm>
            </p:grpSpPr>
            <p:sp>
              <p:nvSpPr>
                <p:cNvPr id="528" name="Google Shape;729;p24"/>
                <p:cNvSpPr/>
                <p:nvPr/>
              </p:nvSpPr>
              <p:spPr>
                <a:xfrm>
                  <a:off x="8826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29" name="Google Shape;730;p24"/>
                <p:cNvSpPr/>
                <p:nvPr/>
              </p:nvSpPr>
              <p:spPr>
                <a:xfrm>
                  <a:off x="874116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30" name="Google Shape;731;p24"/>
                <p:cNvSpPr/>
                <p:nvPr/>
              </p:nvSpPr>
              <p:spPr>
                <a:xfrm>
                  <a:off x="8655480" y="309960"/>
                  <a:ext cx="57240" cy="57240"/>
                </a:xfrm>
                <a:custGeom>
                  <a:avLst/>
                  <a:gdLst>
                    <a:gd name="textAreaLeft" fmla="*/ 0 w 57240"/>
                    <a:gd name="textAreaRight" fmla="*/ 5760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531" name="Google Shape;732;p24"/>
            <p:cNvGrpSpPr/>
            <p:nvPr/>
          </p:nvGrpSpPr>
          <p:grpSpPr>
            <a:xfrm>
              <a:off x="8207280" y="495720"/>
              <a:ext cx="652680" cy="336960"/>
              <a:chOff x="8207280" y="495720"/>
              <a:chExt cx="652680" cy="336960"/>
            </a:xfrm>
          </p:grpSpPr>
          <p:sp>
            <p:nvSpPr>
              <p:cNvPr id="532" name="Google Shape;733;p24"/>
              <p:cNvSpPr/>
              <p:nvPr/>
            </p:nvSpPr>
            <p:spPr>
              <a:xfrm>
                <a:off x="8207280" y="508320"/>
                <a:ext cx="302760" cy="302400"/>
              </a:xfrm>
              <a:custGeom>
                <a:avLst/>
                <a:gdLst>
                  <a:gd name="textAreaLeft" fmla="*/ 0 w 302760"/>
                  <a:gd name="textAreaRight" fmla="*/ 30312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33" name="Google Shape;734;p24"/>
              <p:cNvGrpSpPr/>
              <p:nvPr/>
            </p:nvGrpSpPr>
            <p:grpSpPr>
              <a:xfrm>
                <a:off x="8563320" y="495720"/>
                <a:ext cx="296640" cy="336960"/>
                <a:chOff x="8563320" y="495720"/>
                <a:chExt cx="296640" cy="336960"/>
              </a:xfrm>
            </p:grpSpPr>
            <p:grpSp>
              <p:nvGrpSpPr>
                <p:cNvPr id="534" name="Google Shape;735;p24"/>
                <p:cNvGrpSpPr/>
                <p:nvPr/>
              </p:nvGrpSpPr>
              <p:grpSpPr>
                <a:xfrm>
                  <a:off x="8563320" y="704880"/>
                  <a:ext cx="296640" cy="127800"/>
                  <a:chOff x="8563320" y="704880"/>
                  <a:chExt cx="296640" cy="127800"/>
                </a:xfrm>
              </p:grpSpPr>
              <p:sp>
                <p:nvSpPr>
                  <p:cNvPr id="535" name="Google Shape;736;p24"/>
                  <p:cNvSpPr/>
                  <p:nvPr/>
                </p:nvSpPr>
                <p:spPr>
                  <a:xfrm>
                    <a:off x="8563320" y="7318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36" name="Google Shape;737;p24"/>
                  <p:cNvSpPr/>
                  <p:nvPr/>
                </p:nvSpPr>
                <p:spPr>
                  <a:xfrm>
                    <a:off x="8563320" y="7048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37" name="Google Shape;738;p24"/>
                <p:cNvGrpSpPr/>
                <p:nvPr/>
              </p:nvGrpSpPr>
              <p:grpSpPr>
                <a:xfrm>
                  <a:off x="8563320" y="600480"/>
                  <a:ext cx="296640" cy="127800"/>
                  <a:chOff x="8563320" y="600480"/>
                  <a:chExt cx="296640" cy="127800"/>
                </a:xfrm>
              </p:grpSpPr>
              <p:sp>
                <p:nvSpPr>
                  <p:cNvPr id="538" name="Google Shape;739;p24"/>
                  <p:cNvSpPr/>
                  <p:nvPr/>
                </p:nvSpPr>
                <p:spPr>
                  <a:xfrm>
                    <a:off x="8563320" y="62748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39" name="Google Shape;740;p24"/>
                  <p:cNvSpPr/>
                  <p:nvPr/>
                </p:nvSpPr>
                <p:spPr>
                  <a:xfrm>
                    <a:off x="8563320" y="60048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40" name="Google Shape;741;p24"/>
                <p:cNvGrpSpPr/>
                <p:nvPr/>
              </p:nvGrpSpPr>
              <p:grpSpPr>
                <a:xfrm>
                  <a:off x="8563320" y="495720"/>
                  <a:ext cx="296640" cy="127800"/>
                  <a:chOff x="8563320" y="495720"/>
                  <a:chExt cx="296640" cy="127800"/>
                </a:xfrm>
              </p:grpSpPr>
              <p:sp>
                <p:nvSpPr>
                  <p:cNvPr id="541" name="Google Shape;742;p24"/>
                  <p:cNvSpPr/>
                  <p:nvPr/>
                </p:nvSpPr>
                <p:spPr>
                  <a:xfrm>
                    <a:off x="8563320" y="522720"/>
                    <a:ext cx="296640" cy="10080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42" name="Google Shape;743;p24"/>
                  <p:cNvSpPr/>
                  <p:nvPr/>
                </p:nvSpPr>
                <p:spPr>
                  <a:xfrm>
                    <a:off x="8563320" y="495720"/>
                    <a:ext cx="296640" cy="53640"/>
                  </a:xfrm>
                  <a:custGeom>
                    <a:avLst/>
                    <a:gdLst>
                      <a:gd name="textAreaLeft" fmla="*/ 0 w 296640"/>
                      <a:gd name="textAreaRight" fmla="*/ 29700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4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416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545" name="Google Shape;23;p4"/>
          <p:cNvSpPr/>
          <p:nvPr/>
        </p:nvSpPr>
        <p:spPr>
          <a:xfrm rot="17584800" flipH="1">
            <a:off x="-1798920" y="-1029240"/>
            <a:ext cx="3158280" cy="2509560"/>
          </a:xfrm>
          <a:custGeom>
            <a:avLst/>
            <a:gdLst>
              <a:gd name="textAreaLeft" fmla="*/ 360 w 3158280"/>
              <a:gd name="textAreaRight" fmla="*/ 3159000 w 3158280"/>
              <a:gd name="textAreaTop" fmla="*/ 0 h 2509560"/>
              <a:gd name="textAreaBottom" fmla="*/ 2509920 h 25095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546" name="Google Shape;24;p4"/>
          <p:cNvSpPr/>
          <p:nvPr/>
        </p:nvSpPr>
        <p:spPr>
          <a:xfrm flipH="1">
            <a:off x="8355960" y="2667240"/>
            <a:ext cx="733680" cy="45000"/>
          </a:xfrm>
          <a:custGeom>
            <a:avLst/>
            <a:gdLst>
              <a:gd name="textAreaLeft" fmla="*/ 360 w 733680"/>
              <a:gd name="textAreaRight" fmla="*/ 734400 w 733680"/>
              <a:gd name="textAreaTop" fmla="*/ 0 h 45000"/>
              <a:gd name="textAreaBottom" fmla="*/ 45360 h 45000"/>
            </a:gdLst>
            <a:ahLst/>
            <a:cxnLst/>
            <a:rect l="textAreaLeft" t="textAreaTop" r="textAreaRight" b="textAreaBottom"/>
            <a:pathLst>
              <a:path w="824770" h="50863">
                <a:moveTo>
                  <a:pt x="799338" y="50863"/>
                </a:moveTo>
                <a:lnTo>
                  <a:pt x="25432" y="50863"/>
                </a:lnTo>
                <a:cubicBezTo>
                  <a:pt x="11430" y="50863"/>
                  <a:pt x="0" y="39433"/>
                  <a:pt x="0" y="25432"/>
                </a:cubicBezTo>
                <a:lnTo>
                  <a:pt x="0" y="25432"/>
                </a:lnTo>
                <a:cubicBezTo>
                  <a:pt x="0" y="11430"/>
                  <a:pt x="11430" y="0"/>
                  <a:pt x="25432" y="0"/>
                </a:cubicBezTo>
                <a:lnTo>
                  <a:pt x="799338" y="0"/>
                </a:lnTo>
                <a:cubicBezTo>
                  <a:pt x="813339" y="0"/>
                  <a:pt x="824770" y="11430"/>
                  <a:pt x="824770" y="25432"/>
                </a:cubicBezTo>
                <a:lnTo>
                  <a:pt x="824770" y="25432"/>
                </a:lnTo>
                <a:cubicBezTo>
                  <a:pt x="824770" y="39433"/>
                  <a:pt x="813339" y="50863"/>
                  <a:pt x="799338" y="50863"/>
                </a:cubicBezTo>
                <a:close/>
              </a:path>
            </a:pathLst>
          </a:custGeom>
          <a:solidFill>
            <a:schemeClr val="accent5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22680" bIns="2268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547" name="Google Shape;25;p4"/>
          <p:cNvGrpSpPr/>
          <p:nvPr/>
        </p:nvGrpSpPr>
        <p:grpSpPr>
          <a:xfrm>
            <a:off x="8379000" y="1729800"/>
            <a:ext cx="669960" cy="959400"/>
            <a:chOff x="8379000" y="1729800"/>
            <a:chExt cx="669960" cy="959400"/>
          </a:xfrm>
        </p:grpSpPr>
        <p:grpSp>
          <p:nvGrpSpPr>
            <p:cNvPr id="548" name="Google Shape;26;p4"/>
            <p:cNvGrpSpPr/>
            <p:nvPr/>
          </p:nvGrpSpPr>
          <p:grpSpPr>
            <a:xfrm>
              <a:off x="8491680" y="1729800"/>
              <a:ext cx="557280" cy="959400"/>
              <a:chOff x="8491680" y="1729800"/>
              <a:chExt cx="557280" cy="959400"/>
            </a:xfrm>
          </p:grpSpPr>
          <p:grpSp>
            <p:nvGrpSpPr>
              <p:cNvPr id="549" name="Google Shape;27;p4"/>
              <p:cNvGrpSpPr/>
              <p:nvPr/>
            </p:nvGrpSpPr>
            <p:grpSpPr>
              <a:xfrm>
                <a:off x="8491680" y="1872000"/>
                <a:ext cx="215280" cy="817200"/>
                <a:chOff x="8491680" y="1872000"/>
                <a:chExt cx="215280" cy="817200"/>
              </a:xfrm>
            </p:grpSpPr>
            <p:sp>
              <p:nvSpPr>
                <p:cNvPr id="550" name="Google Shape;28;p4"/>
                <p:cNvSpPr/>
                <p:nvPr/>
              </p:nvSpPr>
              <p:spPr>
                <a:xfrm rot="447600" flipH="1">
                  <a:off x="8543520" y="1875600"/>
                  <a:ext cx="111240" cy="809640"/>
                </a:xfrm>
                <a:custGeom>
                  <a:avLst/>
                  <a:gdLst>
                    <a:gd name="textAreaLeft" fmla="*/ -360 w 111240"/>
                    <a:gd name="textAreaRight" fmla="*/ 111240 w 111240"/>
                    <a:gd name="textAreaTop" fmla="*/ 0 h 809640"/>
                    <a:gd name="textAreaBottom" fmla="*/ 810000 h 809640"/>
                  </a:gdLst>
                  <a:ahLst/>
                  <a:cxnLst/>
                  <a:rect l="textAreaLeft" t="textAreaTop" r="textAreaRight" b="textAreaBottom"/>
                  <a:pathLst>
                    <a:path w="125444" h="909637">
                      <a:moveTo>
                        <a:pt x="0" y="0"/>
                      </a:moveTo>
                      <a:lnTo>
                        <a:pt x="125445" y="0"/>
                      </a:lnTo>
                      <a:lnTo>
                        <a:pt x="125445" y="909637"/>
                      </a:lnTo>
                      <a:lnTo>
                        <a:pt x="0" y="909637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1" name="Google Shape;29;p4"/>
                <p:cNvSpPr/>
                <p:nvPr/>
              </p:nvSpPr>
              <p:spPr>
                <a:xfrm flipH="1">
                  <a:off x="8625960" y="1911960"/>
                  <a:ext cx="37080" cy="37080"/>
                </a:xfrm>
                <a:custGeom>
                  <a:avLst/>
                  <a:gdLst>
                    <a:gd name="textAreaLeft" fmla="*/ -360 w 37080"/>
                    <a:gd name="textAreaRight" fmla="*/ 3708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8" h="42088">
                      <a:moveTo>
                        <a:pt x="41904" y="18282"/>
                      </a:moveTo>
                      <a:cubicBezTo>
                        <a:pt x="43428" y="29807"/>
                        <a:pt x="35331" y="40380"/>
                        <a:pt x="23806" y="41904"/>
                      </a:cubicBezTo>
                      <a:cubicBezTo>
                        <a:pt x="12281" y="43428"/>
                        <a:pt x="1709" y="35332"/>
                        <a:pt x="184" y="23806"/>
                      </a:cubicBezTo>
                      <a:cubicBezTo>
                        <a:pt x="-1340" y="12281"/>
                        <a:pt x="6756" y="1708"/>
                        <a:pt x="18282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52" name="Google Shape;30;p4"/>
                <p:cNvSpPr/>
                <p:nvPr/>
              </p:nvSpPr>
              <p:spPr>
                <a:xfrm flipH="1">
                  <a:off x="8618040" y="1971720"/>
                  <a:ext cx="37080" cy="37080"/>
                </a:xfrm>
                <a:custGeom>
                  <a:avLst/>
                  <a:gdLst>
                    <a:gd name="textAreaLeft" fmla="*/ -360 w 37080"/>
                    <a:gd name="textAreaRight" fmla="*/ 37080 w 37080"/>
                    <a:gd name="textAreaTop" fmla="*/ 0 h 37080"/>
                    <a:gd name="textAreaBottom" fmla="*/ 37440 h 37080"/>
                  </a:gdLst>
                  <a:ahLst/>
                  <a:cxnLst/>
                  <a:rect l="textAreaLeft" t="textAreaTop" r="textAreaRight" b="textAreaBottom"/>
                  <a:pathLst>
                    <a:path w="42087" h="42087">
                      <a:moveTo>
                        <a:pt x="41904" y="18282"/>
                      </a:moveTo>
                      <a:cubicBezTo>
                        <a:pt x="43427" y="29807"/>
                        <a:pt x="35331" y="40380"/>
                        <a:pt x="23806" y="41904"/>
                      </a:cubicBezTo>
                      <a:cubicBezTo>
                        <a:pt x="12280" y="43428"/>
                        <a:pt x="1708" y="35332"/>
                        <a:pt x="184" y="23806"/>
                      </a:cubicBezTo>
                      <a:cubicBezTo>
                        <a:pt x="-1340" y="12281"/>
                        <a:pt x="6756" y="1708"/>
                        <a:pt x="18281" y="184"/>
                      </a:cubicBezTo>
                      <a:cubicBezTo>
                        <a:pt x="29807" y="-1340"/>
                        <a:pt x="40380" y="6757"/>
                        <a:pt x="41904" y="1828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18720" bIns="1872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53" name="Google Shape;31;p4"/>
                <p:cNvGrpSpPr/>
                <p:nvPr/>
              </p:nvGrpSpPr>
              <p:grpSpPr>
                <a:xfrm>
                  <a:off x="8519760" y="2495160"/>
                  <a:ext cx="88560" cy="101880"/>
                  <a:chOff x="8519760" y="2495160"/>
                  <a:chExt cx="88560" cy="101880"/>
                </a:xfrm>
              </p:grpSpPr>
              <p:sp>
                <p:nvSpPr>
                  <p:cNvPr id="554" name="Google Shape;32;p4"/>
                  <p:cNvSpPr/>
                  <p:nvPr/>
                </p:nvSpPr>
                <p:spPr>
                  <a:xfrm rot="447600" flipH="1">
                    <a:off x="8529480" y="249984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49"/>
                        </a:lnTo>
                        <a:lnTo>
                          <a:pt x="0" y="15049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5" name="Google Shape;33;p4"/>
                  <p:cNvSpPr/>
                  <p:nvPr/>
                </p:nvSpPr>
                <p:spPr>
                  <a:xfrm rot="447600" flipH="1">
                    <a:off x="8525880" y="252540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6" name="Google Shape;34;p4"/>
                  <p:cNvSpPr/>
                  <p:nvPr/>
                </p:nvSpPr>
                <p:spPr>
                  <a:xfrm rot="447600" flipH="1">
                    <a:off x="8523000" y="255276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6" y="0"/>
                        </a:lnTo>
                        <a:lnTo>
                          <a:pt x="87916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57" name="Google Shape;35;p4"/>
                  <p:cNvSpPr/>
                  <p:nvPr/>
                </p:nvSpPr>
                <p:spPr>
                  <a:xfrm rot="447600" flipH="1">
                    <a:off x="8519760" y="2578680"/>
                    <a:ext cx="77760" cy="12960"/>
                  </a:xfrm>
                  <a:custGeom>
                    <a:avLst/>
                    <a:gdLst>
                      <a:gd name="textAreaLeft" fmla="*/ 360 w 77760"/>
                      <a:gd name="textAreaRight" fmla="*/ 78480 w 77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87915" h="15049">
                        <a:moveTo>
                          <a:pt x="0" y="0"/>
                        </a:moveTo>
                        <a:lnTo>
                          <a:pt x="87915" y="0"/>
                        </a:lnTo>
                        <a:lnTo>
                          <a:pt x="87915" y="15050"/>
                        </a:lnTo>
                        <a:lnTo>
                          <a:pt x="0" y="1505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558" name="Google Shape;36;p4"/>
              <p:cNvGrpSpPr/>
              <p:nvPr/>
            </p:nvGrpSpPr>
            <p:grpSpPr>
              <a:xfrm>
                <a:off x="8667720" y="1729800"/>
                <a:ext cx="204120" cy="957240"/>
                <a:chOff x="8667720" y="1729800"/>
                <a:chExt cx="204120" cy="957240"/>
              </a:xfrm>
            </p:grpSpPr>
            <p:sp>
              <p:nvSpPr>
                <p:cNvPr id="559" name="Google Shape;37;p4"/>
                <p:cNvSpPr/>
                <p:nvPr/>
              </p:nvSpPr>
              <p:spPr>
                <a:xfrm rot="172200" flipH="1">
                  <a:off x="8691120" y="1733040"/>
                  <a:ext cx="156240" cy="950400"/>
                </a:xfrm>
                <a:custGeom>
                  <a:avLst/>
                  <a:gdLst>
                    <a:gd name="textAreaLeft" fmla="*/ 360 w 156240"/>
                    <a:gd name="textAreaRight" fmla="*/ 156960 w 156240"/>
                    <a:gd name="textAreaTop" fmla="*/ 0 h 950400"/>
                    <a:gd name="textAreaBottom" fmla="*/ 950760 h 950400"/>
                  </a:gdLst>
                  <a:ahLst/>
                  <a:cxnLst/>
                  <a:rect l="textAreaLeft" t="textAreaTop" r="textAreaRight" b="textAreaBottom"/>
                  <a:pathLst>
                    <a:path w="176117" h="1069848">
                      <a:moveTo>
                        <a:pt x="0" y="0"/>
                      </a:moveTo>
                      <a:lnTo>
                        <a:pt x="176117" y="0"/>
                      </a:lnTo>
                      <a:lnTo>
                        <a:pt x="176117" y="1069848"/>
                      </a:lnTo>
                      <a:lnTo>
                        <a:pt x="0" y="106984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0" name="Google Shape;38;p4"/>
                <p:cNvSpPr/>
                <p:nvPr/>
              </p:nvSpPr>
              <p:spPr>
                <a:xfrm flipH="1">
                  <a:off x="8732520" y="2134080"/>
                  <a:ext cx="77760" cy="77760"/>
                </a:xfrm>
                <a:custGeom>
                  <a:avLst/>
                  <a:gdLst>
                    <a:gd name="textAreaLeft" fmla="*/ 360 w 77760"/>
                    <a:gd name="textAreaRight" fmla="*/ 78480 w 77760"/>
                    <a:gd name="textAreaTop" fmla="*/ 0 h 77760"/>
                    <a:gd name="textAreaBottom" fmla="*/ 78120 h 77760"/>
                  </a:gdLst>
                  <a:ahLst/>
                  <a:cxnLst/>
                  <a:rect l="textAreaLeft" t="textAreaTop" r="textAreaRight" b="textAreaBottom"/>
                  <a:pathLst>
                    <a:path w="87629" h="87630">
                      <a:moveTo>
                        <a:pt x="87630" y="43815"/>
                      </a:moveTo>
                      <a:cubicBezTo>
                        <a:pt x="87630" y="68013"/>
                        <a:pt x="68014" y="87630"/>
                        <a:pt x="43815" y="87630"/>
                      </a:cubicBezTo>
                      <a:cubicBezTo>
                        <a:pt x="19617" y="87630"/>
                        <a:pt x="1" y="68014"/>
                        <a:pt x="1" y="43815"/>
                      </a:cubicBezTo>
                      <a:cubicBezTo>
                        <a:pt x="1" y="19617"/>
                        <a:pt x="19617" y="0"/>
                        <a:pt x="43815" y="0"/>
                      </a:cubicBezTo>
                      <a:cubicBezTo>
                        <a:pt x="68014" y="0"/>
                        <a:pt x="87630" y="19616"/>
                        <a:pt x="87630" y="4381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38880" bIns="3888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61" name="Google Shape;39;p4"/>
                <p:cNvGrpSpPr/>
                <p:nvPr/>
              </p:nvGrpSpPr>
              <p:grpSpPr>
                <a:xfrm>
                  <a:off x="8726400" y="2007000"/>
                  <a:ext cx="103680" cy="43920"/>
                  <a:chOff x="8726400" y="2007000"/>
                  <a:chExt cx="103680" cy="43920"/>
                </a:xfrm>
              </p:grpSpPr>
              <p:sp>
                <p:nvSpPr>
                  <p:cNvPr id="562" name="Google Shape;40;p4"/>
                  <p:cNvSpPr/>
                  <p:nvPr/>
                </p:nvSpPr>
                <p:spPr>
                  <a:xfrm rot="172200" flipH="1">
                    <a:off x="8727840" y="200916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3" name="Google Shape;41;p4"/>
                  <p:cNvSpPr/>
                  <p:nvPr/>
                </p:nvSpPr>
                <p:spPr>
                  <a:xfrm rot="172200" flipH="1">
                    <a:off x="8726400" y="203508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64" name="Google Shape;42;p4"/>
                <p:cNvGrpSpPr/>
                <p:nvPr/>
              </p:nvGrpSpPr>
              <p:grpSpPr>
                <a:xfrm>
                  <a:off x="8708760" y="2359800"/>
                  <a:ext cx="103680" cy="43920"/>
                  <a:chOff x="8708760" y="2359800"/>
                  <a:chExt cx="103680" cy="43920"/>
                </a:xfrm>
              </p:grpSpPr>
              <p:sp>
                <p:nvSpPr>
                  <p:cNvPr id="565" name="Google Shape;43;p4"/>
                  <p:cNvSpPr/>
                  <p:nvPr/>
                </p:nvSpPr>
                <p:spPr>
                  <a:xfrm rot="172200" flipH="1">
                    <a:off x="8710200" y="236196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1" y="0"/>
                        </a:lnTo>
                        <a:lnTo>
                          <a:pt x="114491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66" name="Google Shape;44;p4"/>
                  <p:cNvSpPr/>
                  <p:nvPr/>
                </p:nvSpPr>
                <p:spPr>
                  <a:xfrm rot="172200" flipH="1">
                    <a:off x="8708760" y="2387880"/>
                    <a:ext cx="101520" cy="12960"/>
                  </a:xfrm>
                  <a:custGeom>
                    <a:avLst/>
                    <a:gdLst>
                      <a:gd name="textAreaLeft" fmla="*/ 360 w 101520"/>
                      <a:gd name="textAreaRight" fmla="*/ 102240 w 10152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14490" h="14954">
                        <a:moveTo>
                          <a:pt x="0" y="0"/>
                        </a:moveTo>
                        <a:lnTo>
                          <a:pt x="114490" y="0"/>
                        </a:lnTo>
                        <a:lnTo>
                          <a:pt x="114490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  <p:grpSp>
            <p:nvGrpSpPr>
              <p:cNvPr id="567" name="Google Shape;45;p4"/>
              <p:cNvGrpSpPr/>
              <p:nvPr/>
            </p:nvGrpSpPr>
            <p:grpSpPr>
              <a:xfrm>
                <a:off x="8869680" y="1805400"/>
                <a:ext cx="179280" cy="882360"/>
                <a:chOff x="8869680" y="1805400"/>
                <a:chExt cx="179280" cy="882360"/>
              </a:xfrm>
            </p:grpSpPr>
            <p:sp>
              <p:nvSpPr>
                <p:cNvPr id="568" name="Google Shape;46;p4"/>
                <p:cNvSpPr/>
                <p:nvPr/>
              </p:nvSpPr>
              <p:spPr>
                <a:xfrm flipH="1">
                  <a:off x="8869680" y="1805400"/>
                  <a:ext cx="179280" cy="882360"/>
                </a:xfrm>
                <a:custGeom>
                  <a:avLst/>
                  <a:gdLst>
                    <a:gd name="textAreaLeft" fmla="*/ 360 w 179280"/>
                    <a:gd name="textAreaRight" fmla="*/ 180000 w 179280"/>
                    <a:gd name="textAreaTop" fmla="*/ 0 h 882360"/>
                    <a:gd name="textAreaBottom" fmla="*/ 882720 h 882360"/>
                  </a:gdLst>
                  <a:ahLst/>
                  <a:cxnLst/>
                  <a:rect l="textAreaLeft" t="textAreaTop" r="textAreaRight" b="textAreaBottom"/>
                  <a:pathLst>
                    <a:path w="202120" h="992123">
                      <a:moveTo>
                        <a:pt x="0" y="0"/>
                      </a:moveTo>
                      <a:lnTo>
                        <a:pt x="202120" y="0"/>
                      </a:lnTo>
                      <a:lnTo>
                        <a:pt x="202120" y="992124"/>
                      </a:lnTo>
                      <a:lnTo>
                        <a:pt x="0" y="992124"/>
                      </a:lnTo>
                      <a:close/>
                    </a:path>
                  </a:pathLst>
                </a:custGeom>
                <a:solidFill>
                  <a:schemeClr val="accent3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69" name="Google Shape;47;p4"/>
                <p:cNvSpPr/>
                <p:nvPr/>
              </p:nvSpPr>
              <p:spPr>
                <a:xfrm flipH="1">
                  <a:off x="8903880" y="1874880"/>
                  <a:ext cx="109080" cy="109080"/>
                </a:xfrm>
                <a:custGeom>
                  <a:avLst/>
                  <a:gdLst>
                    <a:gd name="textAreaLeft" fmla="*/ -360 w 109080"/>
                    <a:gd name="textAreaRight" fmla="*/ 109080 w 109080"/>
                    <a:gd name="textAreaTop" fmla="*/ 0 h 109080"/>
                    <a:gd name="textAreaBottom" fmla="*/ 109440 h 109080"/>
                  </a:gdLst>
                  <a:ahLst/>
                  <a:cxnLst/>
                  <a:rect l="textAreaLeft" t="textAreaTop" r="textAreaRight" b="textAreaBottom"/>
                  <a:pathLst>
                    <a:path w="123063" h="123062">
                      <a:moveTo>
                        <a:pt x="123063" y="61532"/>
                      </a:moveTo>
                      <a:cubicBezTo>
                        <a:pt x="123063" y="95514"/>
                        <a:pt x="95514" y="123063"/>
                        <a:pt x="61531" y="123063"/>
                      </a:cubicBezTo>
                      <a:cubicBezTo>
                        <a:pt x="27548" y="123063"/>
                        <a:pt x="-1" y="95514"/>
                        <a:pt x="-1" y="61532"/>
                      </a:cubicBezTo>
                      <a:cubicBezTo>
                        <a:pt x="-1" y="27549"/>
                        <a:pt x="27548" y="0"/>
                        <a:pt x="61531" y="0"/>
                      </a:cubicBezTo>
                      <a:cubicBezTo>
                        <a:pt x="95514" y="0"/>
                        <a:pt x="123063" y="27549"/>
                        <a:pt x="123063" y="61532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grpSp>
              <p:nvGrpSpPr>
                <p:cNvPr id="570" name="Google Shape;48;p4"/>
                <p:cNvGrpSpPr/>
                <p:nvPr/>
              </p:nvGrpSpPr>
              <p:grpSpPr>
                <a:xfrm>
                  <a:off x="8902440" y="2385720"/>
                  <a:ext cx="113760" cy="38880"/>
                  <a:chOff x="8902440" y="2385720"/>
                  <a:chExt cx="113760" cy="38880"/>
                </a:xfrm>
              </p:grpSpPr>
              <p:sp>
                <p:nvSpPr>
                  <p:cNvPr id="571" name="Google Shape;49;p4"/>
                  <p:cNvSpPr/>
                  <p:nvPr/>
                </p:nvSpPr>
                <p:spPr>
                  <a:xfrm flipH="1">
                    <a:off x="8902440" y="238572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2" name="Google Shape;50;p4"/>
                  <p:cNvSpPr/>
                  <p:nvPr/>
                </p:nvSpPr>
                <p:spPr>
                  <a:xfrm flipH="1">
                    <a:off x="8902440" y="241164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5"/>
                        </a:lnTo>
                        <a:lnTo>
                          <a:pt x="0" y="14955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573" name="Google Shape;51;p4"/>
                <p:cNvGrpSpPr/>
                <p:nvPr/>
              </p:nvGrpSpPr>
              <p:grpSpPr>
                <a:xfrm>
                  <a:off x="8902440" y="2584440"/>
                  <a:ext cx="113760" cy="39240"/>
                  <a:chOff x="8902440" y="2584440"/>
                  <a:chExt cx="113760" cy="39240"/>
                </a:xfrm>
              </p:grpSpPr>
              <p:sp>
                <p:nvSpPr>
                  <p:cNvPr id="574" name="Google Shape;52;p4"/>
                  <p:cNvSpPr/>
                  <p:nvPr/>
                </p:nvSpPr>
                <p:spPr>
                  <a:xfrm flipH="1">
                    <a:off x="8902440" y="258444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575" name="Google Shape;53;p4"/>
                  <p:cNvSpPr/>
                  <p:nvPr/>
                </p:nvSpPr>
                <p:spPr>
                  <a:xfrm flipH="1">
                    <a:off x="8902440" y="2610720"/>
                    <a:ext cx="113760" cy="12960"/>
                  </a:xfrm>
                  <a:custGeom>
                    <a:avLst/>
                    <a:gdLst>
                      <a:gd name="textAreaLeft" fmla="*/ 360 w 113760"/>
                      <a:gd name="textAreaRight" fmla="*/ 114480 w 113760"/>
                      <a:gd name="textAreaTop" fmla="*/ 0 h 12960"/>
                      <a:gd name="textAreaBottom" fmla="*/ 13320 h 12960"/>
                    </a:gdLst>
                    <a:ahLst/>
                    <a:cxnLst/>
                    <a:rect l="textAreaLeft" t="textAreaTop" r="textAreaRight" b="textAreaBottom"/>
                    <a:pathLst>
                      <a:path w="128397" h="14954">
                        <a:moveTo>
                          <a:pt x="0" y="0"/>
                        </a:moveTo>
                        <a:lnTo>
                          <a:pt x="128397" y="0"/>
                        </a:lnTo>
                        <a:lnTo>
                          <a:pt x="128397" y="14954"/>
                        </a:lnTo>
                        <a:lnTo>
                          <a:pt x="0" y="14954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6480" bIns="648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  <p:grpSp>
          <p:nvGrpSpPr>
            <p:cNvPr id="576" name="Google Shape;54;p4"/>
            <p:cNvGrpSpPr/>
            <p:nvPr/>
          </p:nvGrpSpPr>
          <p:grpSpPr>
            <a:xfrm>
              <a:off x="8379000" y="2049840"/>
              <a:ext cx="190080" cy="638640"/>
              <a:chOff x="8379000" y="2049840"/>
              <a:chExt cx="190080" cy="638640"/>
            </a:xfrm>
          </p:grpSpPr>
          <p:sp>
            <p:nvSpPr>
              <p:cNvPr id="577" name="Google Shape;55;p4"/>
              <p:cNvSpPr/>
              <p:nvPr/>
            </p:nvSpPr>
            <p:spPr>
              <a:xfrm rot="631200" flipH="1">
                <a:off x="8436600" y="2050920"/>
                <a:ext cx="74520" cy="635760"/>
              </a:xfrm>
              <a:custGeom>
                <a:avLst/>
                <a:gdLst>
                  <a:gd name="textAreaLeft" fmla="*/ -360 w 74520"/>
                  <a:gd name="textAreaRight" fmla="*/ 74520 w 74520"/>
                  <a:gd name="textAreaTop" fmla="*/ 0 h 635760"/>
                  <a:gd name="textAreaBottom" fmla="*/ 636120 h 635760"/>
                </a:gdLst>
                <a:ahLst/>
                <a:cxnLst/>
                <a:rect l="textAreaLeft" t="textAreaTop" r="textAreaRight" b="textAreaBottom"/>
                <a:pathLst>
                  <a:path w="84010" h="715136">
                    <a:moveTo>
                      <a:pt x="0" y="0"/>
                    </a:moveTo>
                    <a:lnTo>
                      <a:pt x="84010" y="0"/>
                    </a:lnTo>
                    <a:lnTo>
                      <a:pt x="84010" y="715137"/>
                    </a:lnTo>
                    <a:lnTo>
                      <a:pt x="0" y="715137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578" name="Google Shape;56;p4"/>
              <p:cNvSpPr/>
              <p:nvPr/>
            </p:nvSpPr>
            <p:spPr>
              <a:xfrm rot="631200" flipH="1">
                <a:off x="8458560" y="2212560"/>
                <a:ext cx="22680" cy="365400"/>
              </a:xfrm>
              <a:custGeom>
                <a:avLst/>
                <a:gdLst>
                  <a:gd name="textAreaLeft" fmla="*/ -360 w 22680"/>
                  <a:gd name="textAreaRight" fmla="*/ 22680 w 22680"/>
                  <a:gd name="textAreaTop" fmla="*/ 0 h 365400"/>
                  <a:gd name="textAreaBottom" fmla="*/ 365760 h 365400"/>
                </a:gdLst>
                <a:ahLst/>
                <a:cxnLst/>
                <a:rect l="textAreaLeft" t="textAreaTop" r="textAreaRight" b="textAreaBottom"/>
                <a:pathLst>
                  <a:path w="26003" h="411289">
                    <a:moveTo>
                      <a:pt x="0" y="0"/>
                    </a:moveTo>
                    <a:lnTo>
                      <a:pt x="26003" y="0"/>
                    </a:lnTo>
                    <a:lnTo>
                      <a:pt x="26003" y="411289"/>
                    </a:lnTo>
                    <a:lnTo>
                      <a:pt x="0" y="411289"/>
                    </a:lnTo>
                    <a:close/>
                  </a:path>
                </a:pathLst>
              </a:custGeom>
              <a:solidFill>
                <a:schemeClr val="lt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579" name="Google Shape;57;p4"/>
          <p:cNvGrpSpPr/>
          <p:nvPr/>
        </p:nvGrpSpPr>
        <p:grpSpPr>
          <a:xfrm>
            <a:off x="8485560" y="662400"/>
            <a:ext cx="515520" cy="778680"/>
            <a:chOff x="8485560" y="662400"/>
            <a:chExt cx="515520" cy="778680"/>
          </a:xfrm>
        </p:grpSpPr>
        <p:grpSp>
          <p:nvGrpSpPr>
            <p:cNvPr id="580" name="Google Shape;58;p4"/>
            <p:cNvGrpSpPr/>
            <p:nvPr/>
          </p:nvGrpSpPr>
          <p:grpSpPr>
            <a:xfrm>
              <a:off x="8485560" y="662400"/>
              <a:ext cx="389880" cy="663840"/>
              <a:chOff x="8485560" y="662400"/>
              <a:chExt cx="389880" cy="663840"/>
            </a:xfrm>
          </p:grpSpPr>
          <p:sp>
            <p:nvSpPr>
              <p:cNvPr id="581" name="Google Shape;59;p4"/>
              <p:cNvSpPr/>
              <p:nvPr/>
            </p:nvSpPr>
            <p:spPr>
              <a:xfrm flipH="1">
                <a:off x="8485200" y="662400"/>
                <a:ext cx="389880" cy="663840"/>
              </a:xfrm>
              <a:custGeom>
                <a:avLst/>
                <a:gdLst>
                  <a:gd name="textAreaLeft" fmla="*/ -360 w 389880"/>
                  <a:gd name="textAreaRight" fmla="*/ 38988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6" h="746664">
                    <a:moveTo>
                      <a:pt x="438721" y="746569"/>
                    </a:moveTo>
                    <a:lnTo>
                      <a:pt x="0" y="746569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1" y="68580"/>
                      <a:pt x="438816" y="112585"/>
                    </a:cubicBezTo>
                    <a:lnTo>
                      <a:pt x="438816" y="746665"/>
                    </a:ln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82" name="Google Shape;60;p4"/>
              <p:cNvGrpSpPr/>
              <p:nvPr/>
            </p:nvGrpSpPr>
            <p:grpSpPr>
              <a:xfrm>
                <a:off x="8541000" y="748440"/>
                <a:ext cx="279000" cy="255960"/>
                <a:chOff x="8541000" y="748440"/>
                <a:chExt cx="279000" cy="255960"/>
              </a:xfrm>
            </p:grpSpPr>
            <p:sp>
              <p:nvSpPr>
                <p:cNvPr id="583" name="Google Shape;61;p4"/>
                <p:cNvSpPr/>
                <p:nvPr/>
              </p:nvSpPr>
              <p:spPr>
                <a:xfrm flipH="1">
                  <a:off x="8540640" y="7484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4" name="Google Shape;62;p4"/>
                <p:cNvSpPr/>
                <p:nvPr/>
              </p:nvSpPr>
              <p:spPr>
                <a:xfrm flipH="1">
                  <a:off x="8540640" y="7959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5" name="Google Shape;63;p4"/>
                <p:cNvSpPr/>
                <p:nvPr/>
              </p:nvSpPr>
              <p:spPr>
                <a:xfrm flipH="1">
                  <a:off x="8540640" y="8431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6" name="Google Shape;64;p4"/>
                <p:cNvSpPr/>
                <p:nvPr/>
              </p:nvSpPr>
              <p:spPr>
                <a:xfrm flipH="1">
                  <a:off x="8540640" y="8906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7" name="Google Shape;65;p4"/>
                <p:cNvSpPr/>
                <p:nvPr/>
              </p:nvSpPr>
              <p:spPr>
                <a:xfrm flipH="1">
                  <a:off x="8540640" y="9381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88" name="Google Shape;66;p4"/>
                <p:cNvSpPr/>
                <p:nvPr/>
              </p:nvSpPr>
              <p:spPr>
                <a:xfrm flipH="1">
                  <a:off x="8655480" y="98568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589" name="Google Shape;67;p4"/>
              <p:cNvGrpSpPr/>
              <p:nvPr/>
            </p:nvGrpSpPr>
            <p:grpSpPr>
              <a:xfrm>
                <a:off x="8541000" y="1081440"/>
                <a:ext cx="279000" cy="160920"/>
                <a:chOff x="8541000" y="1081440"/>
                <a:chExt cx="279000" cy="160920"/>
              </a:xfrm>
            </p:grpSpPr>
            <p:sp>
              <p:nvSpPr>
                <p:cNvPr id="590" name="Google Shape;68;p4"/>
                <p:cNvSpPr/>
                <p:nvPr/>
              </p:nvSpPr>
              <p:spPr>
                <a:xfrm flipH="1">
                  <a:off x="8540640" y="10814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1" name="Google Shape;69;p4"/>
                <p:cNvSpPr/>
                <p:nvPr/>
              </p:nvSpPr>
              <p:spPr>
                <a:xfrm flipH="1">
                  <a:off x="8540640" y="11286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2" name="Google Shape;70;p4"/>
                <p:cNvSpPr/>
                <p:nvPr/>
              </p:nvSpPr>
              <p:spPr>
                <a:xfrm flipH="1">
                  <a:off x="8540640" y="11761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8" y="0"/>
                      </a:lnTo>
                      <a:lnTo>
                        <a:pt x="313848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3" name="Google Shape;71;p4"/>
                <p:cNvSpPr/>
                <p:nvPr/>
              </p:nvSpPr>
              <p:spPr>
                <a:xfrm flipH="1">
                  <a:off x="8655480" y="122364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90" y="0"/>
                      </a:lnTo>
                      <a:lnTo>
                        <a:pt x="184690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rgbClr val="42444F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594" name="Google Shape;72;p4"/>
              <p:cNvSpPr/>
              <p:nvPr/>
            </p:nvSpPr>
            <p:spPr>
              <a:xfrm flipH="1">
                <a:off x="8485200" y="662400"/>
                <a:ext cx="99720" cy="9972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4" h="112585">
                    <a:moveTo>
                      <a:pt x="112585" y="112585"/>
                    </a:moveTo>
                    <a:lnTo>
                      <a:pt x="0" y="112585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0" y="68580"/>
                      <a:pt x="112585" y="112585"/>
                    </a:cubicBezTo>
                    <a:lnTo>
                      <a:pt x="112585" y="112585"/>
                    </a:ln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grpSp>
          <p:nvGrpSpPr>
            <p:cNvPr id="595" name="Google Shape;73;p4"/>
            <p:cNvGrpSpPr/>
            <p:nvPr/>
          </p:nvGrpSpPr>
          <p:grpSpPr>
            <a:xfrm>
              <a:off x="8611200" y="777240"/>
              <a:ext cx="389880" cy="663840"/>
              <a:chOff x="8611200" y="777240"/>
              <a:chExt cx="389880" cy="663840"/>
            </a:xfrm>
          </p:grpSpPr>
          <p:sp>
            <p:nvSpPr>
              <p:cNvPr id="596" name="Google Shape;74;p4"/>
              <p:cNvSpPr/>
              <p:nvPr/>
            </p:nvSpPr>
            <p:spPr>
              <a:xfrm flipH="1">
                <a:off x="8610840" y="777240"/>
                <a:ext cx="389880" cy="663840"/>
              </a:xfrm>
              <a:custGeom>
                <a:avLst/>
                <a:gdLst>
                  <a:gd name="textAreaLeft" fmla="*/ -360 w 389880"/>
                  <a:gd name="textAreaRight" fmla="*/ 389880 w 389880"/>
                  <a:gd name="textAreaTop" fmla="*/ 0 h 663840"/>
                  <a:gd name="textAreaBottom" fmla="*/ 664200 h 663840"/>
                </a:gdLst>
                <a:ahLst/>
                <a:cxnLst/>
                <a:rect l="textAreaLeft" t="textAreaTop" r="textAreaRight" b="textAreaBottom"/>
                <a:pathLst>
                  <a:path w="438817" h="746569">
                    <a:moveTo>
                      <a:pt x="438722" y="746570"/>
                    </a:moveTo>
                    <a:lnTo>
                      <a:pt x="0" y="746570"/>
                    </a:lnTo>
                    <a:lnTo>
                      <a:pt x="0" y="0"/>
                    </a:lnTo>
                    <a:lnTo>
                      <a:pt x="326231" y="0"/>
                    </a:lnTo>
                    <a:cubicBezTo>
                      <a:pt x="370141" y="43910"/>
                      <a:pt x="394812" y="68580"/>
                      <a:pt x="438817" y="112586"/>
                    </a:cubicBezTo>
                    <a:lnTo>
                      <a:pt x="438817" y="746570"/>
                    </a:ln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597" name="Google Shape;75;p4"/>
              <p:cNvGrpSpPr/>
              <p:nvPr/>
            </p:nvGrpSpPr>
            <p:grpSpPr>
              <a:xfrm>
                <a:off x="8666640" y="863280"/>
                <a:ext cx="279000" cy="256320"/>
                <a:chOff x="8666640" y="863280"/>
                <a:chExt cx="279000" cy="256320"/>
              </a:xfrm>
            </p:grpSpPr>
            <p:sp>
              <p:nvSpPr>
                <p:cNvPr id="598" name="Google Shape;76;p4"/>
                <p:cNvSpPr/>
                <p:nvPr/>
              </p:nvSpPr>
              <p:spPr>
                <a:xfrm flipH="1">
                  <a:off x="8666280" y="86328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599" name="Google Shape;77;p4"/>
                <p:cNvSpPr/>
                <p:nvPr/>
              </p:nvSpPr>
              <p:spPr>
                <a:xfrm flipH="1">
                  <a:off x="8666280" y="9108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0" name="Google Shape;78;p4"/>
                <p:cNvSpPr/>
                <p:nvPr/>
              </p:nvSpPr>
              <p:spPr>
                <a:xfrm flipH="1">
                  <a:off x="8666280" y="9583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1" name="Google Shape;79;p4"/>
                <p:cNvSpPr/>
                <p:nvPr/>
              </p:nvSpPr>
              <p:spPr>
                <a:xfrm flipH="1">
                  <a:off x="8666280" y="100584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2" name="Google Shape;80;p4"/>
                <p:cNvSpPr/>
                <p:nvPr/>
              </p:nvSpPr>
              <p:spPr>
                <a:xfrm flipH="1">
                  <a:off x="8666280" y="105336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3" name="Google Shape;81;p4"/>
                <p:cNvSpPr/>
                <p:nvPr/>
              </p:nvSpPr>
              <p:spPr>
                <a:xfrm flipH="1">
                  <a:off x="8781120" y="110088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grpSp>
            <p:nvGrpSpPr>
              <p:cNvPr id="604" name="Google Shape;82;p4"/>
              <p:cNvGrpSpPr/>
              <p:nvPr/>
            </p:nvGrpSpPr>
            <p:grpSpPr>
              <a:xfrm>
                <a:off x="8666640" y="1196280"/>
                <a:ext cx="279000" cy="161280"/>
                <a:chOff x="8666640" y="1196280"/>
                <a:chExt cx="279000" cy="161280"/>
              </a:xfrm>
            </p:grpSpPr>
            <p:sp>
              <p:nvSpPr>
                <p:cNvPr id="605" name="Google Shape;83;p4"/>
                <p:cNvSpPr/>
                <p:nvPr/>
              </p:nvSpPr>
              <p:spPr>
                <a:xfrm flipH="1">
                  <a:off x="8666280" y="119628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6" name="Google Shape;84;p4"/>
                <p:cNvSpPr/>
                <p:nvPr/>
              </p:nvSpPr>
              <p:spPr>
                <a:xfrm flipH="1">
                  <a:off x="8666280" y="124380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7" name="Google Shape;85;p4"/>
                <p:cNvSpPr/>
                <p:nvPr/>
              </p:nvSpPr>
              <p:spPr>
                <a:xfrm flipH="1">
                  <a:off x="8666280" y="1291320"/>
                  <a:ext cx="279000" cy="18720"/>
                </a:xfrm>
                <a:custGeom>
                  <a:avLst/>
                  <a:gdLst>
                    <a:gd name="textAreaLeft" fmla="*/ -360 w 279000"/>
                    <a:gd name="textAreaRight" fmla="*/ 279000 w 2790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313848" h="21431">
                      <a:moveTo>
                        <a:pt x="0" y="0"/>
                      </a:moveTo>
                      <a:lnTo>
                        <a:pt x="313849" y="0"/>
                      </a:lnTo>
                      <a:lnTo>
                        <a:pt x="313849" y="21431"/>
                      </a:lnTo>
                      <a:lnTo>
                        <a:pt x="0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08" name="Google Shape;86;p4"/>
                <p:cNvSpPr/>
                <p:nvPr/>
              </p:nvSpPr>
              <p:spPr>
                <a:xfrm flipH="1">
                  <a:off x="8781120" y="1338840"/>
                  <a:ext cx="163800" cy="18720"/>
                </a:xfrm>
                <a:custGeom>
                  <a:avLst/>
                  <a:gdLst>
                    <a:gd name="textAreaLeft" fmla="*/ -360 w 163800"/>
                    <a:gd name="textAreaRight" fmla="*/ 163800 w 163800"/>
                    <a:gd name="textAreaTop" fmla="*/ 0 h 18720"/>
                    <a:gd name="textAreaBottom" fmla="*/ 19080 h 18720"/>
                  </a:gdLst>
                  <a:ahLst/>
                  <a:cxnLst/>
                  <a:rect l="textAreaLeft" t="textAreaTop" r="textAreaRight" b="textAreaBottom"/>
                  <a:pathLst>
                    <a:path w="184689" h="21431">
                      <a:moveTo>
                        <a:pt x="0" y="0"/>
                      </a:moveTo>
                      <a:lnTo>
                        <a:pt x="184689" y="0"/>
                      </a:lnTo>
                      <a:lnTo>
                        <a:pt x="184689" y="21431"/>
                      </a:lnTo>
                      <a:lnTo>
                        <a:pt x="-1" y="21431"/>
                      </a:lnTo>
                      <a:close/>
                    </a:path>
                  </a:pathLst>
                </a:custGeom>
                <a:solidFill>
                  <a:schemeClr val="accent6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9360" bIns="936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  <p:sp>
            <p:nvSpPr>
              <p:cNvPr id="609" name="Google Shape;87;p4"/>
              <p:cNvSpPr/>
              <p:nvPr/>
            </p:nvSpPr>
            <p:spPr>
              <a:xfrm flipH="1">
                <a:off x="8611200" y="777240"/>
                <a:ext cx="99720" cy="99720"/>
              </a:xfrm>
              <a:custGeom>
                <a:avLst/>
                <a:gdLst>
                  <a:gd name="textAreaLeft" fmla="*/ -360 w 99720"/>
                  <a:gd name="textAreaRight" fmla="*/ 99720 w 99720"/>
                  <a:gd name="textAreaTop" fmla="*/ 0 h 99720"/>
                  <a:gd name="textAreaBottom" fmla="*/ 100080 h 99720"/>
                </a:gdLst>
                <a:ahLst/>
                <a:cxnLst/>
                <a:rect l="textAreaLeft" t="textAreaTop" r="textAreaRight" b="textAreaBottom"/>
                <a:pathLst>
                  <a:path w="112586" h="112585">
                    <a:moveTo>
                      <a:pt x="112586" y="112586"/>
                    </a:moveTo>
                    <a:lnTo>
                      <a:pt x="0" y="112586"/>
                    </a:lnTo>
                    <a:lnTo>
                      <a:pt x="0" y="0"/>
                    </a:lnTo>
                    <a:lnTo>
                      <a:pt x="0" y="0"/>
                    </a:lnTo>
                    <a:cubicBezTo>
                      <a:pt x="43910" y="43910"/>
                      <a:pt x="68581" y="68580"/>
                      <a:pt x="112586" y="112586"/>
                    </a:cubicBezTo>
                    <a:lnTo>
                      <a:pt x="112586" y="112586"/>
                    </a:lnTo>
                    <a:close/>
                  </a:path>
                </a:pathLst>
              </a:custGeom>
              <a:solidFill>
                <a:schemeClr val="accent5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</p:grpSp>
      <p:grpSp>
        <p:nvGrpSpPr>
          <p:cNvPr id="610" name="Google Shape;88;p4"/>
          <p:cNvGrpSpPr/>
          <p:nvPr/>
        </p:nvGrpSpPr>
        <p:grpSpPr>
          <a:xfrm>
            <a:off x="8768880" y="1439640"/>
            <a:ext cx="21600" cy="294120"/>
            <a:chOff x="8768880" y="1439640"/>
            <a:chExt cx="21600" cy="294120"/>
          </a:xfrm>
        </p:grpSpPr>
        <p:sp>
          <p:nvSpPr>
            <p:cNvPr id="611" name="Google Shape;89;p4"/>
            <p:cNvSpPr/>
            <p:nvPr/>
          </p:nvSpPr>
          <p:spPr>
            <a:xfrm flipH="1">
              <a:off x="8770680" y="1450440"/>
              <a:ext cx="8280" cy="273240"/>
            </a:xfrm>
            <a:custGeom>
              <a:avLst/>
              <a:gdLst>
                <a:gd name="textAreaLeft" fmla="*/ -360 w 8280"/>
                <a:gd name="textAreaRight" fmla="*/ 8280 w 8280"/>
                <a:gd name="textAreaTop" fmla="*/ 0 h 273240"/>
                <a:gd name="textAreaBottom" fmla="*/ 273600 h 273240"/>
              </a:gdLst>
              <a:ahLst/>
              <a:cxnLst/>
              <a:rect l="textAreaLeft" t="textAreaTop" r="textAreaRight" b="textAreaBottom"/>
              <a:pathLst>
                <a:path w="9525" h="307467">
                  <a:moveTo>
                    <a:pt x="-1" y="307467"/>
                  </a:moveTo>
                  <a:lnTo>
                    <a:pt x="-1" y="0"/>
                  </a:lnTo>
                </a:path>
              </a:pathLst>
            </a:custGeom>
            <a:solidFill>
              <a:schemeClr val="accent4"/>
            </a:solidFill>
            <a:ln w="10950">
              <a:solidFill>
                <a:srgbClr val="6F7082"/>
              </a:solidFill>
              <a:prstDash val="dashDot"/>
              <a:miter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2" name="Google Shape;90;p4"/>
            <p:cNvSpPr/>
            <p:nvPr/>
          </p:nvSpPr>
          <p:spPr>
            <a:xfrm flipH="1">
              <a:off x="8768880" y="1712160"/>
              <a:ext cx="21600" cy="21600"/>
            </a:xfrm>
            <a:custGeom>
              <a:avLst/>
              <a:gdLst>
                <a:gd name="textAreaLeft" fmla="*/ 360 w 21600"/>
                <a:gd name="textAreaRight" fmla="*/ 2232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5">
                  <a:moveTo>
                    <a:pt x="24765" y="12382"/>
                  </a:moveTo>
                  <a:cubicBezTo>
                    <a:pt x="24765" y="19240"/>
                    <a:pt x="19241" y="24765"/>
                    <a:pt x="12382" y="24765"/>
                  </a:cubicBezTo>
                  <a:cubicBezTo>
                    <a:pt x="5524" y="24765"/>
                    <a:pt x="0" y="19240"/>
                    <a:pt x="0" y="12382"/>
                  </a:cubicBezTo>
                  <a:cubicBezTo>
                    <a:pt x="0" y="5524"/>
                    <a:pt x="5524" y="0"/>
                    <a:pt x="12382" y="0"/>
                  </a:cubicBezTo>
                  <a:cubicBezTo>
                    <a:pt x="19241" y="0"/>
                    <a:pt x="24765" y="5524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13" name="Google Shape;91;p4"/>
            <p:cNvSpPr/>
            <p:nvPr/>
          </p:nvSpPr>
          <p:spPr>
            <a:xfrm flipH="1">
              <a:off x="8768880" y="1439640"/>
              <a:ext cx="21600" cy="21600"/>
            </a:xfrm>
            <a:custGeom>
              <a:avLst/>
              <a:gdLst>
                <a:gd name="textAreaLeft" fmla="*/ 360 w 21600"/>
                <a:gd name="textAreaRight" fmla="*/ 22320 w 21600"/>
                <a:gd name="textAreaTop" fmla="*/ 0 h 21600"/>
                <a:gd name="textAreaBottom" fmla="*/ 21960 h 21600"/>
              </a:gdLst>
              <a:ahLst/>
              <a:cxnLst/>
              <a:rect l="textAreaLeft" t="textAreaTop" r="textAreaRight" b="textAreaBottom"/>
              <a:pathLst>
                <a:path w="24764" h="24764">
                  <a:moveTo>
                    <a:pt x="24765" y="12382"/>
                  </a:moveTo>
                  <a:cubicBezTo>
                    <a:pt x="24765" y="5524"/>
                    <a:pt x="19241" y="0"/>
                    <a:pt x="12382" y="0"/>
                  </a:cubicBezTo>
                  <a:cubicBezTo>
                    <a:pt x="5524" y="0"/>
                    <a:pt x="0" y="5524"/>
                    <a:pt x="0" y="12382"/>
                  </a:cubicBezTo>
                  <a:cubicBezTo>
                    <a:pt x="0" y="19240"/>
                    <a:pt x="5524" y="24765"/>
                    <a:pt x="12382" y="24765"/>
                  </a:cubicBezTo>
                  <a:cubicBezTo>
                    <a:pt x="19241" y="24765"/>
                    <a:pt x="24765" y="19240"/>
                    <a:pt x="24765" y="12382"/>
                  </a:cubicBezTo>
                  <a:close/>
                </a:path>
              </a:pathLst>
            </a:custGeom>
            <a:solidFill>
              <a:schemeClr val="accent4"/>
            </a:solidFill>
            <a:ln w="9525">
              <a:solidFill>
                <a:srgbClr val="6F7082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10800" bIns="1080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14" name="Google Shape;92;p4"/>
          <p:cNvSpPr/>
          <p:nvPr/>
        </p:nvSpPr>
        <p:spPr>
          <a:xfrm rot="8662800" flipH="1">
            <a:off x="7371000" y="4169160"/>
            <a:ext cx="2745720" cy="1920960"/>
          </a:xfrm>
          <a:custGeom>
            <a:avLst/>
            <a:gdLst>
              <a:gd name="textAreaLeft" fmla="*/ -360 w 2745720"/>
              <a:gd name="textAreaRight" fmla="*/ 2745720 w 2745720"/>
              <a:gd name="textAreaTop" fmla="*/ 0 h 1920960"/>
              <a:gd name="textAreaBottom" fmla="*/ 1921320 h 19209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15" name="Google Shape;93;p4"/>
          <p:cNvGrpSpPr/>
          <p:nvPr/>
        </p:nvGrpSpPr>
        <p:grpSpPr>
          <a:xfrm>
            <a:off x="122760" y="4228560"/>
            <a:ext cx="829800" cy="750600"/>
            <a:chOff x="122760" y="4228560"/>
            <a:chExt cx="829800" cy="750600"/>
          </a:xfrm>
        </p:grpSpPr>
        <p:grpSp>
          <p:nvGrpSpPr>
            <p:cNvPr id="616" name="Google Shape;94;p4"/>
            <p:cNvGrpSpPr/>
            <p:nvPr/>
          </p:nvGrpSpPr>
          <p:grpSpPr>
            <a:xfrm>
              <a:off x="122760" y="4228560"/>
              <a:ext cx="829800" cy="750600"/>
              <a:chOff x="122760" y="4228560"/>
              <a:chExt cx="829800" cy="750600"/>
            </a:xfrm>
          </p:grpSpPr>
          <p:sp>
            <p:nvSpPr>
              <p:cNvPr id="617" name="Google Shape;95;p4"/>
              <p:cNvSpPr/>
              <p:nvPr/>
            </p:nvSpPr>
            <p:spPr>
              <a:xfrm flipH="1">
                <a:off x="122400" y="4228560"/>
                <a:ext cx="829800" cy="750600"/>
              </a:xfrm>
              <a:custGeom>
                <a:avLst/>
                <a:gdLst>
                  <a:gd name="textAreaLeft" fmla="*/ -360 w 829800"/>
                  <a:gd name="textAreaRight" fmla="*/ 829800 w 829800"/>
                  <a:gd name="textAreaTop" fmla="*/ 0 h 750600"/>
                  <a:gd name="textAreaBottom" fmla="*/ 750960 h 750600"/>
                </a:gdLst>
                <a:ahLst/>
                <a:cxnLst/>
                <a:rect l="textAreaLeft" t="textAreaTop" r="textAreaRight" b="textAreaBottom"/>
                <a:pathLst>
                  <a:path w="598074" h="541115">
                    <a:moveTo>
                      <a:pt x="557022" y="0"/>
                    </a:moveTo>
                    <a:cubicBezTo>
                      <a:pt x="579695" y="0"/>
                      <a:pt x="598075" y="18380"/>
                      <a:pt x="598075" y="41053"/>
                    </a:cubicBezTo>
                    <a:lnTo>
                      <a:pt x="598075" y="500063"/>
                    </a:lnTo>
                    <a:cubicBezTo>
                      <a:pt x="598075" y="522735"/>
                      <a:pt x="579695" y="541115"/>
                      <a:pt x="557022" y="541115"/>
                    </a:cubicBezTo>
                    <a:lnTo>
                      <a:pt x="41053" y="541115"/>
                    </a:lnTo>
                    <a:cubicBezTo>
                      <a:pt x="18380" y="541115"/>
                      <a:pt x="0" y="522735"/>
                      <a:pt x="0" y="500063"/>
                    </a:cubicBezTo>
                    <a:lnTo>
                      <a:pt x="0" y="41053"/>
                    </a:lnTo>
                    <a:cubicBezTo>
                      <a:pt x="0" y="18380"/>
                      <a:pt x="18380" y="0"/>
                      <a:pt x="41053" y="0"/>
                    </a:cubicBezTo>
                    <a:close/>
                  </a:path>
                </a:pathLst>
              </a:custGeom>
              <a:solidFill>
                <a:schemeClr val="dk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618" name="Google Shape;96;p4"/>
              <p:cNvGrpSpPr/>
              <p:nvPr/>
            </p:nvGrpSpPr>
            <p:grpSpPr>
              <a:xfrm>
                <a:off x="183240" y="4271760"/>
                <a:ext cx="228600" cy="57240"/>
                <a:chOff x="183240" y="4271760"/>
                <a:chExt cx="228600" cy="57240"/>
              </a:xfrm>
            </p:grpSpPr>
            <p:sp>
              <p:nvSpPr>
                <p:cNvPr id="619" name="Google Shape;97;p4"/>
                <p:cNvSpPr/>
                <p:nvPr/>
              </p:nvSpPr>
              <p:spPr>
                <a:xfrm flipH="1">
                  <a:off x="18288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0" name="Google Shape;98;p4"/>
                <p:cNvSpPr/>
                <p:nvPr/>
              </p:nvSpPr>
              <p:spPr>
                <a:xfrm flipH="1">
                  <a:off x="26856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000000"/>
                    </a:solidFill>
                    <a:effectLst/>
                    <a:uFillTx/>
                    <a:latin typeface="OpenSymbol"/>
                  </a:endParaRPr>
                </a:p>
              </p:txBody>
            </p:sp>
            <p:sp>
              <p:nvSpPr>
                <p:cNvPr id="621" name="Google Shape;99;p4"/>
                <p:cNvSpPr/>
                <p:nvPr/>
              </p:nvSpPr>
              <p:spPr>
                <a:xfrm flipH="1">
                  <a:off x="354240" y="4271760"/>
                  <a:ext cx="57240" cy="57240"/>
                </a:xfrm>
                <a:custGeom>
                  <a:avLst/>
                  <a:gdLst>
                    <a:gd name="textAreaLeft" fmla="*/ -360 w 57240"/>
                    <a:gd name="textAreaRight" fmla="*/ 57240 w 57240"/>
                    <a:gd name="textAreaTop" fmla="*/ 0 h 57240"/>
                    <a:gd name="textAreaBottom" fmla="*/ 57600 h 57240"/>
                  </a:gdLst>
                  <a:ahLst/>
                  <a:cxnLst/>
                  <a:rect l="textAreaLeft" t="textAreaTop" r="textAreaRight" b="textAreaBottom"/>
                  <a:pathLst>
                    <a:path w="41528" h="41529">
                      <a:moveTo>
                        <a:pt x="41529" y="20765"/>
                      </a:moveTo>
                      <a:cubicBezTo>
                        <a:pt x="41529" y="32290"/>
                        <a:pt x="32195" y="41529"/>
                        <a:pt x="20764" y="41529"/>
                      </a:cubicBezTo>
                      <a:cubicBezTo>
                        <a:pt x="9334" y="41529"/>
                        <a:pt x="0" y="32195"/>
                        <a:pt x="0" y="20765"/>
                      </a:cubicBezTo>
                      <a:cubicBezTo>
                        <a:pt x="0" y="9335"/>
                        <a:pt x="9334" y="0"/>
                        <a:pt x="20764" y="0"/>
                      </a:cubicBezTo>
                      <a:cubicBezTo>
                        <a:pt x="32195" y="0"/>
                        <a:pt x="41529" y="9335"/>
                        <a:pt x="41529" y="20765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0">
                  <a:noFill/>
                </a:ln>
              </p:spPr>
              <p:style>
                <a:lnRef idx="0">
                  <a:scrgbClr r="0" g="0" b="0"/>
                </a:lnRef>
                <a:fillRef idx="0">
                  <a:scrgbClr r="0" g="0" b="0"/>
                </a:fillRef>
                <a:effectRef idx="0">
                  <a:scrgbClr r="0" g="0" b="0"/>
                </a:effectRef>
                <a:fontRef idx="minor"/>
              </p:style>
              <p:txBody>
                <a:bodyPr tIns="28800" bIns="28800" anchor="ctr">
                  <a:noAutofit/>
                </a:bodyPr>
                <a:lstStyle/>
                <a:p>
                  <a:pPr defTabSz="914400">
                    <a:lnSpc>
                      <a:spcPct val="100000"/>
                    </a:lnSpc>
                    <a:tabLst>
                      <a:tab pos="0" algn="l"/>
                    </a:tabLst>
                  </a:pPr>
                  <a:endParaRPr lang="en-US" sz="1800" b="0" u="none" strike="noStrike">
                    <a:solidFill>
                      <a:srgbClr val="FFFFFF"/>
                    </a:solidFill>
                    <a:effectLst/>
                    <a:uFillTx/>
                    <a:latin typeface="OpenSymbol"/>
                  </a:endParaRPr>
                </a:p>
              </p:txBody>
            </p:sp>
          </p:grpSp>
        </p:grpSp>
        <p:grpSp>
          <p:nvGrpSpPr>
            <p:cNvPr id="622" name="Google Shape;100;p4"/>
            <p:cNvGrpSpPr/>
            <p:nvPr/>
          </p:nvGrpSpPr>
          <p:grpSpPr>
            <a:xfrm>
              <a:off x="207720" y="4457520"/>
              <a:ext cx="651960" cy="336960"/>
              <a:chOff x="207720" y="4457520"/>
              <a:chExt cx="651960" cy="336960"/>
            </a:xfrm>
          </p:grpSpPr>
          <p:sp>
            <p:nvSpPr>
              <p:cNvPr id="623" name="Google Shape;101;p4"/>
              <p:cNvSpPr/>
              <p:nvPr/>
            </p:nvSpPr>
            <p:spPr>
              <a:xfrm flipH="1">
                <a:off x="556560" y="4469760"/>
                <a:ext cx="302760" cy="302400"/>
              </a:xfrm>
              <a:custGeom>
                <a:avLst/>
                <a:gdLst>
                  <a:gd name="textAreaLeft" fmla="*/ -360 w 302760"/>
                  <a:gd name="textAreaRight" fmla="*/ 302760 w 302760"/>
                  <a:gd name="textAreaTop" fmla="*/ 0 h 302400"/>
                  <a:gd name="textAreaBottom" fmla="*/ 302760 h 302400"/>
                </a:gdLst>
                <a:ahLst/>
                <a:cxnLst/>
                <a:rect l="textAreaLeft" t="textAreaTop" r="textAreaRight" b="textAreaBottom"/>
                <a:pathLst>
                  <a:path w="218503" h="218217">
                    <a:moveTo>
                      <a:pt x="216598" y="129540"/>
                    </a:moveTo>
                    <a:cubicBezTo>
                      <a:pt x="217837" y="122968"/>
                      <a:pt x="218504" y="116110"/>
                      <a:pt x="218504" y="109156"/>
                    </a:cubicBezTo>
                    <a:cubicBezTo>
                      <a:pt x="218504" y="102203"/>
                      <a:pt x="217837" y="95440"/>
                      <a:pt x="216598" y="88773"/>
                    </a:cubicBezTo>
                    <a:lnTo>
                      <a:pt x="181261" y="88773"/>
                    </a:lnTo>
                    <a:cubicBezTo>
                      <a:pt x="179641" y="83058"/>
                      <a:pt x="177451" y="77724"/>
                      <a:pt x="174593" y="72676"/>
                    </a:cubicBezTo>
                    <a:lnTo>
                      <a:pt x="199549" y="47720"/>
                    </a:lnTo>
                    <a:cubicBezTo>
                      <a:pt x="191834" y="36385"/>
                      <a:pt x="182118" y="26670"/>
                      <a:pt x="170783" y="18955"/>
                    </a:cubicBezTo>
                    <a:lnTo>
                      <a:pt x="145732" y="44005"/>
                    </a:lnTo>
                    <a:cubicBezTo>
                      <a:pt x="140684" y="41148"/>
                      <a:pt x="135255" y="38957"/>
                      <a:pt x="129635" y="37338"/>
                    </a:cubicBezTo>
                    <a:lnTo>
                      <a:pt x="129635" y="1905"/>
                    </a:lnTo>
                    <a:cubicBezTo>
                      <a:pt x="123063" y="667"/>
                      <a:pt x="116205" y="0"/>
                      <a:pt x="109252" y="0"/>
                    </a:cubicBezTo>
                    <a:cubicBezTo>
                      <a:pt x="102298" y="0"/>
                      <a:pt x="95536" y="667"/>
                      <a:pt x="88868" y="1905"/>
                    </a:cubicBezTo>
                    <a:lnTo>
                      <a:pt x="88868" y="37338"/>
                    </a:lnTo>
                    <a:cubicBezTo>
                      <a:pt x="83154" y="38957"/>
                      <a:pt x="77819" y="41148"/>
                      <a:pt x="72771" y="44005"/>
                    </a:cubicBezTo>
                    <a:lnTo>
                      <a:pt x="47720" y="18955"/>
                    </a:lnTo>
                    <a:cubicBezTo>
                      <a:pt x="36386" y="26670"/>
                      <a:pt x="26670" y="36481"/>
                      <a:pt x="18955" y="47720"/>
                    </a:cubicBezTo>
                    <a:lnTo>
                      <a:pt x="43910" y="72676"/>
                    </a:lnTo>
                    <a:cubicBezTo>
                      <a:pt x="41053" y="77724"/>
                      <a:pt x="38862" y="83153"/>
                      <a:pt x="37243" y="88773"/>
                    </a:cubicBezTo>
                    <a:lnTo>
                      <a:pt x="1905" y="88773"/>
                    </a:lnTo>
                    <a:cubicBezTo>
                      <a:pt x="667" y="95345"/>
                      <a:pt x="0" y="102203"/>
                      <a:pt x="0" y="109156"/>
                    </a:cubicBezTo>
                    <a:cubicBezTo>
                      <a:pt x="0" y="116110"/>
                      <a:pt x="667" y="122873"/>
                      <a:pt x="1905" y="129540"/>
                    </a:cubicBezTo>
                    <a:lnTo>
                      <a:pt x="37243" y="129540"/>
                    </a:lnTo>
                    <a:cubicBezTo>
                      <a:pt x="38862" y="135255"/>
                      <a:pt x="41053" y="140589"/>
                      <a:pt x="43910" y="145637"/>
                    </a:cubicBezTo>
                    <a:lnTo>
                      <a:pt x="18955" y="170593"/>
                    </a:lnTo>
                    <a:cubicBezTo>
                      <a:pt x="26670" y="181928"/>
                      <a:pt x="36386" y="191643"/>
                      <a:pt x="47720" y="199358"/>
                    </a:cubicBezTo>
                    <a:lnTo>
                      <a:pt x="72771" y="174308"/>
                    </a:lnTo>
                    <a:cubicBezTo>
                      <a:pt x="77819" y="177165"/>
                      <a:pt x="83248" y="179356"/>
                      <a:pt x="88868" y="180975"/>
                    </a:cubicBezTo>
                    <a:lnTo>
                      <a:pt x="88868" y="216313"/>
                    </a:lnTo>
                    <a:cubicBezTo>
                      <a:pt x="95441" y="217551"/>
                      <a:pt x="102298" y="218218"/>
                      <a:pt x="109252" y="218218"/>
                    </a:cubicBezTo>
                    <a:cubicBezTo>
                      <a:pt x="116205" y="218218"/>
                      <a:pt x="122968" y="217551"/>
                      <a:pt x="129635" y="216313"/>
                    </a:cubicBezTo>
                    <a:lnTo>
                      <a:pt x="129635" y="180975"/>
                    </a:lnTo>
                    <a:cubicBezTo>
                      <a:pt x="135350" y="179356"/>
                      <a:pt x="140684" y="177070"/>
                      <a:pt x="145732" y="174308"/>
                    </a:cubicBezTo>
                    <a:lnTo>
                      <a:pt x="170783" y="199358"/>
                    </a:lnTo>
                    <a:cubicBezTo>
                      <a:pt x="182118" y="191643"/>
                      <a:pt x="191834" y="181928"/>
                      <a:pt x="199549" y="170593"/>
                    </a:cubicBezTo>
                    <a:lnTo>
                      <a:pt x="174593" y="145542"/>
                    </a:lnTo>
                    <a:cubicBezTo>
                      <a:pt x="177451" y="140494"/>
                      <a:pt x="179641" y="135064"/>
                      <a:pt x="181261" y="129445"/>
                    </a:cubicBezTo>
                    <a:lnTo>
                      <a:pt x="216598" y="129445"/>
                    </a:lnTo>
                    <a:close/>
                    <a:moveTo>
                      <a:pt x="109252" y="131255"/>
                    </a:moveTo>
                    <a:cubicBezTo>
                      <a:pt x="97060" y="131255"/>
                      <a:pt x="87249" y="121349"/>
                      <a:pt x="87249" y="109252"/>
                    </a:cubicBezTo>
                    <a:cubicBezTo>
                      <a:pt x="87249" y="97155"/>
                      <a:pt x="97155" y="87249"/>
                      <a:pt x="109252" y="87249"/>
                    </a:cubicBezTo>
                    <a:cubicBezTo>
                      <a:pt x="121348" y="87249"/>
                      <a:pt x="131255" y="97155"/>
                      <a:pt x="131255" y="109252"/>
                    </a:cubicBezTo>
                    <a:cubicBezTo>
                      <a:pt x="131255" y="121349"/>
                      <a:pt x="121348" y="131255"/>
                      <a:pt x="109252" y="131255"/>
                    </a:cubicBezTo>
                    <a:close/>
                  </a:path>
                </a:pathLst>
              </a:custGeom>
              <a:solidFill>
                <a:schemeClr val="accent4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grpSp>
            <p:nvGrpSpPr>
              <p:cNvPr id="624" name="Google Shape;102;p4"/>
              <p:cNvGrpSpPr/>
              <p:nvPr/>
            </p:nvGrpSpPr>
            <p:grpSpPr>
              <a:xfrm>
                <a:off x="207720" y="4457520"/>
                <a:ext cx="296640" cy="336960"/>
                <a:chOff x="207720" y="4457520"/>
                <a:chExt cx="296640" cy="336960"/>
              </a:xfrm>
            </p:grpSpPr>
            <p:grpSp>
              <p:nvGrpSpPr>
                <p:cNvPr id="625" name="Google Shape;103;p4"/>
                <p:cNvGrpSpPr/>
                <p:nvPr/>
              </p:nvGrpSpPr>
              <p:grpSpPr>
                <a:xfrm>
                  <a:off x="207720" y="4666680"/>
                  <a:ext cx="296640" cy="127800"/>
                  <a:chOff x="207720" y="4666680"/>
                  <a:chExt cx="296640" cy="127800"/>
                </a:xfrm>
              </p:grpSpPr>
              <p:sp>
                <p:nvSpPr>
                  <p:cNvPr id="626" name="Google Shape;104;p4"/>
                  <p:cNvSpPr/>
                  <p:nvPr/>
                </p:nvSpPr>
                <p:spPr>
                  <a:xfrm flipH="1">
                    <a:off x="207720" y="469368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27" name="Google Shape;105;p4"/>
                  <p:cNvSpPr/>
                  <p:nvPr/>
                </p:nvSpPr>
                <p:spPr>
                  <a:xfrm flipH="1">
                    <a:off x="207720" y="466668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28" name="Google Shape;106;p4"/>
                <p:cNvGrpSpPr/>
                <p:nvPr/>
              </p:nvGrpSpPr>
              <p:grpSpPr>
                <a:xfrm>
                  <a:off x="207720" y="4562280"/>
                  <a:ext cx="296640" cy="127800"/>
                  <a:chOff x="207720" y="4562280"/>
                  <a:chExt cx="296640" cy="127800"/>
                </a:xfrm>
              </p:grpSpPr>
              <p:sp>
                <p:nvSpPr>
                  <p:cNvPr id="629" name="Google Shape;107;p4"/>
                  <p:cNvSpPr/>
                  <p:nvPr/>
                </p:nvSpPr>
                <p:spPr>
                  <a:xfrm flipH="1">
                    <a:off x="207720" y="458928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9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9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30" name="Google Shape;108;p4"/>
                  <p:cNvSpPr/>
                  <p:nvPr/>
                </p:nvSpPr>
                <p:spPr>
                  <a:xfrm flipH="1">
                    <a:off x="207720" y="456228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  <p:grpSp>
              <p:nvGrpSpPr>
                <p:cNvPr id="631" name="Google Shape;109;p4"/>
                <p:cNvGrpSpPr/>
                <p:nvPr/>
              </p:nvGrpSpPr>
              <p:grpSpPr>
                <a:xfrm>
                  <a:off x="207720" y="4457520"/>
                  <a:ext cx="296640" cy="127800"/>
                  <a:chOff x="207720" y="4457520"/>
                  <a:chExt cx="296640" cy="127800"/>
                </a:xfrm>
              </p:grpSpPr>
              <p:sp>
                <p:nvSpPr>
                  <p:cNvPr id="632" name="Google Shape;110;p4"/>
                  <p:cNvSpPr/>
                  <p:nvPr/>
                </p:nvSpPr>
                <p:spPr>
                  <a:xfrm flipH="1">
                    <a:off x="207720" y="4484520"/>
                    <a:ext cx="296640" cy="10080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100800"/>
                      <a:gd name="textAreaBottom" fmla="*/ 101160 h 100800"/>
                    </a:gdLst>
                    <a:ahLst/>
                    <a:cxnLst/>
                    <a:rect l="textAreaLeft" t="textAreaTop" r="textAreaRight" b="textAreaBottom"/>
                    <a:pathLst>
                      <a:path w="213931" h="72866">
                        <a:moveTo>
                          <a:pt x="0" y="0"/>
                        </a:moveTo>
                        <a:lnTo>
                          <a:pt x="0" y="53435"/>
                        </a:lnTo>
                        <a:cubicBezTo>
                          <a:pt x="0" y="64198"/>
                          <a:pt x="47911" y="72866"/>
                          <a:pt x="106966" y="72866"/>
                        </a:cubicBezTo>
                        <a:cubicBezTo>
                          <a:pt x="166021" y="72866"/>
                          <a:pt x="213932" y="64198"/>
                          <a:pt x="213932" y="53435"/>
                        </a:cubicBezTo>
                        <a:lnTo>
                          <a:pt x="213932" y="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000000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  <p:sp>
                <p:nvSpPr>
                  <p:cNvPr id="633" name="Google Shape;111;p4"/>
                  <p:cNvSpPr/>
                  <p:nvPr/>
                </p:nvSpPr>
                <p:spPr>
                  <a:xfrm flipH="1">
                    <a:off x="207720" y="4457520"/>
                    <a:ext cx="296640" cy="53640"/>
                  </a:xfrm>
                  <a:custGeom>
                    <a:avLst/>
                    <a:gdLst>
                      <a:gd name="textAreaLeft" fmla="*/ 360 w 296640"/>
                      <a:gd name="textAreaRight" fmla="*/ 297360 w 296640"/>
                      <a:gd name="textAreaTop" fmla="*/ 0 h 53640"/>
                      <a:gd name="textAreaBottom" fmla="*/ 54000 h 53640"/>
                    </a:gdLst>
                    <a:ahLst/>
                    <a:cxnLst/>
                    <a:rect l="textAreaLeft" t="textAreaTop" r="textAreaRight" b="textAreaBottom"/>
                    <a:pathLst>
                      <a:path w="213931" h="38861">
                        <a:moveTo>
                          <a:pt x="213932" y="19431"/>
                        </a:moveTo>
                        <a:cubicBezTo>
                          <a:pt x="213932" y="30162"/>
                          <a:pt x="166042" y="38862"/>
                          <a:pt x="106966" y="38862"/>
                        </a:cubicBezTo>
                        <a:cubicBezTo>
                          <a:pt x="47891" y="38862"/>
                          <a:pt x="1" y="30162"/>
                          <a:pt x="1" y="19431"/>
                        </a:cubicBezTo>
                        <a:cubicBezTo>
                          <a:pt x="1" y="8700"/>
                          <a:pt x="47891" y="0"/>
                          <a:pt x="106966" y="0"/>
                        </a:cubicBezTo>
                        <a:cubicBezTo>
                          <a:pt x="166042" y="0"/>
                          <a:pt x="213932" y="8700"/>
                          <a:pt x="213932" y="19431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w="0">
                    <a:noFill/>
                  </a:ln>
                </p:spPr>
                <p:style>
                  <a:lnRef idx="0">
                    <a:scrgbClr r="0" g="0" b="0"/>
                  </a:lnRef>
                  <a:fillRef idx="0">
                    <a:scrgbClr r="0" g="0" b="0"/>
                  </a:fillRef>
                  <a:effectRef idx="0">
                    <a:scrgbClr r="0" g="0" b="0"/>
                  </a:effectRef>
                  <a:fontRef idx="minor"/>
                </p:style>
                <p:txBody>
                  <a:bodyPr tIns="27000" bIns="27000" anchor="ctr">
                    <a:noAutofit/>
                  </a:bodyPr>
                  <a:lstStyle/>
                  <a:p>
                    <a:pPr defTabSz="914400">
                      <a:lnSpc>
                        <a:spcPct val="100000"/>
                      </a:lnSpc>
                      <a:tabLst>
                        <a:tab pos="0" algn="l"/>
                      </a:tabLst>
                    </a:pPr>
                    <a:endParaRPr lang="en-US" sz="1800" b="0" u="none" strike="noStrike">
                      <a:solidFill>
                        <a:srgbClr val="FFFFFF"/>
                      </a:solidFill>
                      <a:effectLst/>
                      <a:uFillTx/>
                      <a:latin typeface="OpenSymbol"/>
                    </a:endParaRPr>
                  </a:p>
                </p:txBody>
              </p:sp>
            </p:grpSp>
          </p:grpSp>
        </p:grp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5" name="Google Shape;118;p5"/>
          <p:cNvSpPr/>
          <p:nvPr/>
        </p:nvSpPr>
        <p:spPr>
          <a:xfrm rot="5551800">
            <a:off x="-721080" y="4084560"/>
            <a:ext cx="2053800" cy="1764720"/>
          </a:xfrm>
          <a:custGeom>
            <a:avLst/>
            <a:gdLst>
              <a:gd name="textAreaLeft" fmla="*/ 0 w 2053800"/>
              <a:gd name="textAreaRight" fmla="*/ 2054160 w 2053800"/>
              <a:gd name="textAreaTop" fmla="*/ 0 h 1764720"/>
              <a:gd name="textAreaBottom" fmla="*/ 1765080 h 176472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6" name="Google Shape;119;p5"/>
          <p:cNvSpPr/>
          <p:nvPr/>
        </p:nvSpPr>
        <p:spPr>
          <a:xfrm rot="21139200">
            <a:off x="-850320" y="-888840"/>
            <a:ext cx="2082240" cy="1683720"/>
          </a:xfrm>
          <a:custGeom>
            <a:avLst/>
            <a:gdLst>
              <a:gd name="textAreaLeft" fmla="*/ 0 w 2082240"/>
              <a:gd name="textAreaRight" fmla="*/ 2082600 w 2082240"/>
              <a:gd name="textAreaTop" fmla="*/ 0 h 1683720"/>
              <a:gd name="textAreaBottom" fmla="*/ 1684080 h 1683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37" name="Google Shape;120;p5"/>
          <p:cNvSpPr/>
          <p:nvPr/>
        </p:nvSpPr>
        <p:spPr>
          <a:xfrm rot="3259800">
            <a:off x="7063200" y="-804240"/>
            <a:ext cx="3168000" cy="2561760"/>
          </a:xfrm>
          <a:custGeom>
            <a:avLst/>
            <a:gdLst>
              <a:gd name="textAreaLeft" fmla="*/ 0 w 3168000"/>
              <a:gd name="textAreaRight" fmla="*/ 3168360 w 3168000"/>
              <a:gd name="textAreaTop" fmla="*/ 0 h 2561760"/>
              <a:gd name="textAreaBottom" fmla="*/ 2562120 h 256176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39" name="Google Shape;123;p6"/>
          <p:cNvSpPr/>
          <p:nvPr/>
        </p:nvSpPr>
        <p:spPr>
          <a:xfrm rot="12523200">
            <a:off x="85680" y="-754920"/>
            <a:ext cx="1683360" cy="1313640"/>
          </a:xfrm>
          <a:custGeom>
            <a:avLst/>
            <a:gdLst>
              <a:gd name="textAreaLeft" fmla="*/ 0 w 1683360"/>
              <a:gd name="textAreaRight" fmla="*/ 1683720 w 1683360"/>
              <a:gd name="textAreaTop" fmla="*/ 0 h 1313640"/>
              <a:gd name="textAreaBottom" fmla="*/ 1314000 h 131364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40" name="Google Shape;124;p6"/>
          <p:cNvGrpSpPr/>
          <p:nvPr/>
        </p:nvGrpSpPr>
        <p:grpSpPr>
          <a:xfrm>
            <a:off x="6779160" y="192960"/>
            <a:ext cx="2107800" cy="297000"/>
            <a:chOff x="6779160" y="192960"/>
            <a:chExt cx="2107800" cy="297000"/>
          </a:xfrm>
        </p:grpSpPr>
        <p:sp>
          <p:nvSpPr>
            <p:cNvPr id="641" name="Google Shape;125;p6"/>
            <p:cNvSpPr/>
            <p:nvPr/>
          </p:nvSpPr>
          <p:spPr>
            <a:xfrm>
              <a:off x="6779160" y="192960"/>
              <a:ext cx="2107800" cy="297000"/>
            </a:xfrm>
            <a:custGeom>
              <a:avLst/>
              <a:gdLst>
                <a:gd name="textAreaLeft" fmla="*/ 0 w 2107800"/>
                <a:gd name="textAreaRight" fmla="*/ 2108160 w 2107800"/>
                <a:gd name="textAreaTop" fmla="*/ 0 h 297000"/>
                <a:gd name="textAreaBottom" fmla="*/ 297360 h 297000"/>
              </a:gdLst>
              <a:ahLst/>
              <a:cxnLst/>
              <a:rect l="textAreaLeft" t="textAreaTop" r="textAreaRight" b="textAreaBottom"/>
              <a:pathLst>
                <a:path w="1633727" h="230504">
                  <a:moveTo>
                    <a:pt x="1518476" y="0"/>
                  </a:moveTo>
                  <a:cubicBezTo>
                    <a:pt x="1582128" y="0"/>
                    <a:pt x="1633728" y="51600"/>
                    <a:pt x="1633728" y="115253"/>
                  </a:cubicBezTo>
                  <a:lnTo>
                    <a:pt x="1633728" y="115253"/>
                  </a:lnTo>
                  <a:cubicBezTo>
                    <a:pt x="1633728" y="178905"/>
                    <a:pt x="1582128" y="230505"/>
                    <a:pt x="1518476" y="230505"/>
                  </a:cubicBezTo>
                  <a:lnTo>
                    <a:pt x="115252" y="230505"/>
                  </a:lnTo>
                  <a:cubicBezTo>
                    <a:pt x="51601" y="230505"/>
                    <a:pt x="0" y="178905"/>
                    <a:pt x="0" y="115253"/>
                  </a:cubicBezTo>
                  <a:lnTo>
                    <a:pt x="0" y="115253"/>
                  </a:lnTo>
                  <a:cubicBezTo>
                    <a:pt x="0" y="51600"/>
                    <a:pt x="51601" y="0"/>
                    <a:pt x="115252" y="0"/>
                  </a:cubicBezTo>
                  <a:close/>
                </a:path>
              </a:pathLst>
            </a:custGeom>
            <a:solidFill>
              <a:schemeClr val="accent4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2" name="Google Shape;126;p6"/>
            <p:cNvSpPr/>
            <p:nvPr/>
          </p:nvSpPr>
          <p:spPr>
            <a:xfrm>
              <a:off x="8611920" y="227160"/>
              <a:ext cx="214560" cy="213480"/>
            </a:xfrm>
            <a:custGeom>
              <a:avLst/>
              <a:gdLst>
                <a:gd name="textAreaLeft" fmla="*/ 0 w 214560"/>
                <a:gd name="textAreaRight" fmla="*/ 214920 w 214560"/>
                <a:gd name="textAreaTop" fmla="*/ 0 h 213480"/>
                <a:gd name="textAreaBottom" fmla="*/ 213840 h 213480"/>
              </a:gdLst>
              <a:ahLst/>
              <a:cxnLst/>
              <a:rect l="textAreaLeft" t="textAreaTop" r="textAreaRight" b="textAreaBottom"/>
              <a:pathLst>
                <a:path w="166485" h="165854">
                  <a:moveTo>
                    <a:pt x="161532" y="137469"/>
                  </a:moveTo>
                  <a:lnTo>
                    <a:pt x="120003" y="95941"/>
                  </a:lnTo>
                  <a:lnTo>
                    <a:pt x="113336" y="102608"/>
                  </a:lnTo>
                  <a:lnTo>
                    <a:pt x="105811" y="95083"/>
                  </a:lnTo>
                  <a:cubicBezTo>
                    <a:pt x="123622" y="71842"/>
                    <a:pt x="122194" y="38600"/>
                    <a:pt x="100953" y="17359"/>
                  </a:cubicBezTo>
                  <a:cubicBezTo>
                    <a:pt x="77807" y="-5786"/>
                    <a:pt x="40374" y="-5786"/>
                    <a:pt x="17324" y="17359"/>
                  </a:cubicBezTo>
                  <a:cubicBezTo>
                    <a:pt x="-5727" y="40505"/>
                    <a:pt x="-5822" y="77938"/>
                    <a:pt x="17324" y="100989"/>
                  </a:cubicBezTo>
                  <a:cubicBezTo>
                    <a:pt x="38850" y="122515"/>
                    <a:pt x="72568" y="123754"/>
                    <a:pt x="95809" y="105275"/>
                  </a:cubicBezTo>
                  <a:lnTo>
                    <a:pt x="103334" y="112800"/>
                  </a:lnTo>
                  <a:lnTo>
                    <a:pt x="96667" y="119467"/>
                  </a:lnTo>
                  <a:lnTo>
                    <a:pt x="138196" y="160996"/>
                  </a:lnTo>
                  <a:cubicBezTo>
                    <a:pt x="144673" y="167473"/>
                    <a:pt x="155150" y="167473"/>
                    <a:pt x="161627" y="160996"/>
                  </a:cubicBezTo>
                  <a:lnTo>
                    <a:pt x="161627" y="160996"/>
                  </a:lnTo>
                  <a:cubicBezTo>
                    <a:pt x="168104" y="154519"/>
                    <a:pt x="168104" y="144042"/>
                    <a:pt x="161627" y="137565"/>
                  </a:cubicBezTo>
                  <a:close/>
                  <a:moveTo>
                    <a:pt x="59138" y="102513"/>
                  </a:moveTo>
                  <a:cubicBezTo>
                    <a:pt x="54471" y="102513"/>
                    <a:pt x="49899" y="101751"/>
                    <a:pt x="45612" y="100417"/>
                  </a:cubicBezTo>
                  <a:cubicBezTo>
                    <a:pt x="33611" y="96512"/>
                    <a:pt x="23896" y="87463"/>
                    <a:pt x="19133" y="75938"/>
                  </a:cubicBezTo>
                  <a:cubicBezTo>
                    <a:pt x="16942" y="70794"/>
                    <a:pt x="15799" y="65175"/>
                    <a:pt x="15799" y="59269"/>
                  </a:cubicBezTo>
                  <a:cubicBezTo>
                    <a:pt x="15799" y="35361"/>
                    <a:pt x="35231" y="15931"/>
                    <a:pt x="59138" y="15931"/>
                  </a:cubicBezTo>
                  <a:cubicBezTo>
                    <a:pt x="65044" y="15931"/>
                    <a:pt x="70663" y="17074"/>
                    <a:pt x="75807" y="19264"/>
                  </a:cubicBezTo>
                  <a:cubicBezTo>
                    <a:pt x="87332" y="24122"/>
                    <a:pt x="96381" y="33742"/>
                    <a:pt x="100286" y="45744"/>
                  </a:cubicBezTo>
                  <a:cubicBezTo>
                    <a:pt x="101715" y="50030"/>
                    <a:pt x="102382" y="54507"/>
                    <a:pt x="102382" y="59269"/>
                  </a:cubicBezTo>
                  <a:cubicBezTo>
                    <a:pt x="102382" y="83177"/>
                    <a:pt x="83046" y="102513"/>
                    <a:pt x="59138" y="102513"/>
                  </a:cubicBez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43" name="Google Shape;127;p6"/>
            <p:cNvSpPr/>
            <p:nvPr/>
          </p:nvSpPr>
          <p:spPr>
            <a:xfrm>
              <a:off x="8543160" y="224280"/>
              <a:ext cx="9360" cy="224640"/>
            </a:xfrm>
            <a:custGeom>
              <a:avLst/>
              <a:gdLst>
                <a:gd name="textAreaLeft" fmla="*/ 0 w 9360"/>
                <a:gd name="textAreaRight" fmla="*/ 9720 w 9360"/>
                <a:gd name="textAreaTop" fmla="*/ 0 h 224640"/>
                <a:gd name="textAreaBottom" fmla="*/ 225000 h 224640"/>
              </a:gdLst>
              <a:ahLst/>
              <a:cxnLst/>
              <a:rect l="textAreaLeft" t="textAreaTop" r="textAreaRight" b="textAreaBottom"/>
              <a:pathLst>
                <a:path w="7620" h="174307">
                  <a:moveTo>
                    <a:pt x="3810" y="174308"/>
                  </a:moveTo>
                  <a:lnTo>
                    <a:pt x="3810" y="174308"/>
                  </a:lnTo>
                  <a:cubicBezTo>
                    <a:pt x="1714" y="174308"/>
                    <a:pt x="0" y="172593"/>
                    <a:pt x="0" y="170497"/>
                  </a:cubicBezTo>
                  <a:lnTo>
                    <a:pt x="0" y="3810"/>
                  </a:lnTo>
                  <a:cubicBezTo>
                    <a:pt x="0" y="1714"/>
                    <a:pt x="1714" y="0"/>
                    <a:pt x="3810" y="0"/>
                  </a:cubicBezTo>
                  <a:lnTo>
                    <a:pt x="3810" y="0"/>
                  </a:lnTo>
                  <a:cubicBezTo>
                    <a:pt x="5905" y="0"/>
                    <a:pt x="7620" y="1714"/>
                    <a:pt x="7620" y="3810"/>
                  </a:cubicBezTo>
                  <a:lnTo>
                    <a:pt x="7620" y="170497"/>
                  </a:lnTo>
                  <a:cubicBezTo>
                    <a:pt x="7620" y="172593"/>
                    <a:pt x="5905" y="174308"/>
                    <a:pt x="3810" y="174308"/>
                  </a:cubicBezTo>
                  <a:close/>
                </a:path>
              </a:pathLst>
            </a:custGeom>
            <a:solidFill>
              <a:schemeClr val="dk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FFFFFF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44" name="Google Shape;128;p6"/>
          <p:cNvSpPr/>
          <p:nvPr/>
        </p:nvSpPr>
        <p:spPr>
          <a:xfrm rot="532800" flipH="1">
            <a:off x="-513720" y="4385160"/>
            <a:ext cx="1514520" cy="1224720"/>
          </a:xfrm>
          <a:custGeom>
            <a:avLst/>
            <a:gdLst>
              <a:gd name="textAreaLeft" fmla="*/ -360 w 1514520"/>
              <a:gd name="textAreaRight" fmla="*/ 1514520 w 1514520"/>
              <a:gd name="textAreaTop" fmla="*/ 0 h 1224720"/>
              <a:gd name="textAreaBottom" fmla="*/ 1225080 h 12247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45" name="Google Shape;129;p6"/>
          <p:cNvGrpSpPr/>
          <p:nvPr/>
        </p:nvGrpSpPr>
        <p:grpSpPr>
          <a:xfrm>
            <a:off x="-148680" y="4544280"/>
            <a:ext cx="783720" cy="583920"/>
            <a:chOff x="-148680" y="4544280"/>
            <a:chExt cx="783720" cy="583920"/>
          </a:xfrm>
        </p:grpSpPr>
        <p:grpSp>
          <p:nvGrpSpPr>
            <p:cNvPr id="646" name="Google Shape;130;p6"/>
            <p:cNvGrpSpPr/>
            <p:nvPr/>
          </p:nvGrpSpPr>
          <p:grpSpPr>
            <a:xfrm>
              <a:off x="-148680" y="4544280"/>
              <a:ext cx="783720" cy="583920"/>
              <a:chOff x="-148680" y="4544280"/>
              <a:chExt cx="783720" cy="583920"/>
            </a:xfrm>
          </p:grpSpPr>
          <p:sp>
            <p:nvSpPr>
              <p:cNvPr id="647" name="Google Shape;131;p6"/>
              <p:cNvSpPr/>
              <p:nvPr/>
            </p:nvSpPr>
            <p:spPr>
              <a:xfrm>
                <a:off x="25920" y="454428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620"/>
                    </a:moveTo>
                    <a:lnTo>
                      <a:pt x="173355" y="41910"/>
                    </a:lnTo>
                    <a:cubicBezTo>
                      <a:pt x="178308" y="46863"/>
                      <a:pt x="185071" y="49721"/>
                      <a:pt x="192119" y="49721"/>
                    </a:cubicBezTo>
                    <a:lnTo>
                      <a:pt x="418910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10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dk1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8" name="Google Shape;132;p6"/>
              <p:cNvSpPr/>
              <p:nvPr/>
            </p:nvSpPr>
            <p:spPr>
              <a:xfrm>
                <a:off x="-61560" y="463140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5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6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6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9" name="Google Shape;133;p6"/>
              <p:cNvSpPr/>
              <p:nvPr/>
            </p:nvSpPr>
            <p:spPr>
              <a:xfrm>
                <a:off x="-148680" y="4718520"/>
                <a:ext cx="609120" cy="409680"/>
              </a:xfrm>
              <a:custGeom>
                <a:avLst/>
                <a:gdLst>
                  <a:gd name="textAreaLeft" fmla="*/ 0 w 609120"/>
                  <a:gd name="textAreaRight" fmla="*/ 609480 w 609120"/>
                  <a:gd name="textAreaTop" fmla="*/ 0 h 409680"/>
                  <a:gd name="textAreaBottom" fmla="*/ 410040 h 409680"/>
                </a:gdLst>
                <a:ahLst/>
                <a:cxnLst/>
                <a:rect l="textAreaLeft" t="textAreaTop" r="textAreaRight" b="textAreaBottom"/>
                <a:pathLst>
                  <a:path w="445389" h="299466">
                    <a:moveTo>
                      <a:pt x="139065" y="7715"/>
                    </a:moveTo>
                    <a:lnTo>
                      <a:pt x="173355" y="42005"/>
                    </a:lnTo>
                    <a:cubicBezTo>
                      <a:pt x="178308" y="46958"/>
                      <a:pt x="185071" y="49721"/>
                      <a:pt x="192119" y="49721"/>
                    </a:cubicBezTo>
                    <a:lnTo>
                      <a:pt x="418909" y="49721"/>
                    </a:lnTo>
                    <a:cubicBezTo>
                      <a:pt x="433578" y="49721"/>
                      <a:pt x="445389" y="61627"/>
                      <a:pt x="445389" y="76200"/>
                    </a:cubicBezTo>
                    <a:lnTo>
                      <a:pt x="445389" y="272987"/>
                    </a:lnTo>
                    <a:cubicBezTo>
                      <a:pt x="445389" y="287655"/>
                      <a:pt x="433483" y="299466"/>
                      <a:pt x="418909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4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chemeClr val="accent3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50" name="Google Shape;134;p6"/>
            <p:cNvSpPr/>
            <p:nvPr/>
          </p:nvSpPr>
          <p:spPr>
            <a:xfrm>
              <a:off x="1080" y="4886280"/>
              <a:ext cx="304920" cy="139320"/>
            </a:xfrm>
            <a:custGeom>
              <a:avLst/>
              <a:gdLst>
                <a:gd name="textAreaLeft" fmla="*/ 0 w 304920"/>
                <a:gd name="textAreaRight" fmla="*/ 305280 w 304920"/>
                <a:gd name="textAreaTop" fmla="*/ 0 h 139320"/>
                <a:gd name="textAreaBottom" fmla="*/ 139680 h 139320"/>
              </a:gdLst>
              <a:ahLst/>
              <a:cxnLst/>
              <a:rect l="textAreaLeft" t="textAreaTop" r="textAreaRight" b="textAreaBottom"/>
              <a:pathLst>
                <a:path w="222980" h="101917">
                  <a:moveTo>
                    <a:pt x="25051" y="45529"/>
                  </a:moveTo>
                  <a:lnTo>
                    <a:pt x="0" y="45529"/>
                  </a:lnTo>
                  <a:lnTo>
                    <a:pt x="0" y="56388"/>
                  </a:lnTo>
                  <a:lnTo>
                    <a:pt x="25051" y="56388"/>
                  </a:lnTo>
                  <a:lnTo>
                    <a:pt x="25051" y="45529"/>
                  </a:lnTo>
                  <a:close/>
                  <a:moveTo>
                    <a:pt x="115538" y="79153"/>
                  </a:moveTo>
                  <a:lnTo>
                    <a:pt x="184023" y="79153"/>
                  </a:lnTo>
                  <a:lnTo>
                    <a:pt x="184023" y="68294"/>
                  </a:lnTo>
                  <a:lnTo>
                    <a:pt x="115538" y="68294"/>
                  </a:lnTo>
                  <a:lnTo>
                    <a:pt x="115538" y="79153"/>
                  </a:lnTo>
                  <a:close/>
                  <a:moveTo>
                    <a:pt x="32766" y="56388"/>
                  </a:moveTo>
                  <a:lnTo>
                    <a:pt x="129730" y="56388"/>
                  </a:lnTo>
                  <a:lnTo>
                    <a:pt x="129730" y="45529"/>
                  </a:lnTo>
                  <a:lnTo>
                    <a:pt x="32766" y="45529"/>
                  </a:lnTo>
                  <a:lnTo>
                    <a:pt x="32766" y="56388"/>
                  </a:lnTo>
                  <a:close/>
                  <a:moveTo>
                    <a:pt x="184023" y="0"/>
                  </a:moveTo>
                  <a:lnTo>
                    <a:pt x="23908" y="0"/>
                  </a:lnTo>
                  <a:lnTo>
                    <a:pt x="23908" y="10858"/>
                  </a:lnTo>
                  <a:lnTo>
                    <a:pt x="184023" y="10858"/>
                  </a:lnTo>
                  <a:lnTo>
                    <a:pt x="184023" y="0"/>
                  </a:lnTo>
                  <a:close/>
                  <a:moveTo>
                    <a:pt x="47815" y="22765"/>
                  </a:moveTo>
                  <a:lnTo>
                    <a:pt x="0" y="22765"/>
                  </a:lnTo>
                  <a:lnTo>
                    <a:pt x="0" y="33623"/>
                  </a:lnTo>
                  <a:lnTo>
                    <a:pt x="47815" y="33623"/>
                  </a:lnTo>
                  <a:lnTo>
                    <a:pt x="47815" y="22765"/>
                  </a:lnTo>
                  <a:close/>
                  <a:moveTo>
                    <a:pt x="102584" y="68294"/>
                  </a:moveTo>
                  <a:lnTo>
                    <a:pt x="0" y="68294"/>
                  </a:lnTo>
                  <a:lnTo>
                    <a:pt x="0" y="79153"/>
                  </a:lnTo>
                  <a:lnTo>
                    <a:pt x="102584" y="79153"/>
                  </a:lnTo>
                  <a:lnTo>
                    <a:pt x="102584" y="68294"/>
                  </a:lnTo>
                  <a:close/>
                  <a:moveTo>
                    <a:pt x="146875" y="101918"/>
                  </a:moveTo>
                  <a:lnTo>
                    <a:pt x="195644" y="101918"/>
                  </a:lnTo>
                  <a:lnTo>
                    <a:pt x="195644" y="91059"/>
                  </a:lnTo>
                  <a:lnTo>
                    <a:pt x="146875" y="91059"/>
                  </a:lnTo>
                  <a:lnTo>
                    <a:pt x="146875" y="101918"/>
                  </a:lnTo>
                  <a:close/>
                  <a:moveTo>
                    <a:pt x="0" y="101918"/>
                  </a:moveTo>
                  <a:lnTo>
                    <a:pt x="62198" y="101918"/>
                  </a:lnTo>
                  <a:lnTo>
                    <a:pt x="62198" y="91059"/>
                  </a:lnTo>
                  <a:lnTo>
                    <a:pt x="0" y="91059"/>
                  </a:lnTo>
                  <a:lnTo>
                    <a:pt x="0" y="101918"/>
                  </a:lnTo>
                  <a:close/>
                  <a:moveTo>
                    <a:pt x="60769" y="33623"/>
                  </a:moveTo>
                  <a:lnTo>
                    <a:pt x="222980" y="33623"/>
                  </a:lnTo>
                  <a:lnTo>
                    <a:pt x="222980" y="22765"/>
                  </a:lnTo>
                  <a:lnTo>
                    <a:pt x="60769" y="22765"/>
                  </a:lnTo>
                  <a:lnTo>
                    <a:pt x="60769" y="33623"/>
                  </a:lnTo>
                  <a:close/>
                  <a:moveTo>
                    <a:pt x="190500" y="0"/>
                  </a:moveTo>
                  <a:lnTo>
                    <a:pt x="190500" y="10858"/>
                  </a:lnTo>
                  <a:lnTo>
                    <a:pt x="222980" y="10858"/>
                  </a:lnTo>
                  <a:lnTo>
                    <a:pt x="222980" y="0"/>
                  </a:lnTo>
                  <a:lnTo>
                    <a:pt x="190500" y="0"/>
                  </a:lnTo>
                  <a:close/>
                  <a:moveTo>
                    <a:pt x="137350" y="56388"/>
                  </a:moveTo>
                  <a:lnTo>
                    <a:pt x="222980" y="56388"/>
                  </a:lnTo>
                  <a:lnTo>
                    <a:pt x="222980" y="45529"/>
                  </a:lnTo>
                  <a:lnTo>
                    <a:pt x="137350" y="45529"/>
                  </a:lnTo>
                  <a:lnTo>
                    <a:pt x="137350" y="56388"/>
                  </a:lnTo>
                  <a:close/>
                  <a:moveTo>
                    <a:pt x="196882" y="79153"/>
                  </a:moveTo>
                  <a:lnTo>
                    <a:pt x="222885" y="79153"/>
                  </a:lnTo>
                  <a:lnTo>
                    <a:pt x="222885" y="68294"/>
                  </a:lnTo>
                  <a:lnTo>
                    <a:pt x="196882" y="68294"/>
                  </a:lnTo>
                  <a:lnTo>
                    <a:pt x="196882" y="79153"/>
                  </a:lnTo>
                  <a:close/>
                  <a:moveTo>
                    <a:pt x="75057" y="101918"/>
                  </a:moveTo>
                  <a:lnTo>
                    <a:pt x="139065" y="101918"/>
                  </a:lnTo>
                  <a:lnTo>
                    <a:pt x="139065" y="91059"/>
                  </a:lnTo>
                  <a:lnTo>
                    <a:pt x="75057" y="91059"/>
                  </a:lnTo>
                  <a:lnTo>
                    <a:pt x="75057" y="101918"/>
                  </a:lnTo>
                  <a:close/>
                </a:path>
              </a:pathLst>
            </a:custGeom>
            <a:solidFill>
              <a:schemeClr val="lt1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651" name="Google Shape;135;p6"/>
          <p:cNvSpPr/>
          <p:nvPr/>
        </p:nvSpPr>
        <p:spPr>
          <a:xfrm rot="5844000">
            <a:off x="8030880" y="2339280"/>
            <a:ext cx="2404080" cy="1318320"/>
          </a:xfrm>
          <a:custGeom>
            <a:avLst/>
            <a:gdLst>
              <a:gd name="textAreaLeft" fmla="*/ 0 w 2404080"/>
              <a:gd name="textAreaRight" fmla="*/ 2404440 w 2404080"/>
              <a:gd name="textAreaTop" fmla="*/ 0 h 1318320"/>
              <a:gd name="textAreaBottom" fmla="*/ 1318680 h 1318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PlaceHolder 1"/>
          <p:cNvSpPr>
            <a:spLocks noGrp="1"/>
          </p:cNvSpPr>
          <p:nvPr>
            <p:ph type="title"/>
          </p:nvPr>
        </p:nvSpPr>
        <p:spPr>
          <a:xfrm>
            <a:off x="811800" y="1032840"/>
            <a:ext cx="2804040" cy="1006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54" name="PlaceHolder 2"/>
          <p:cNvSpPr>
            <a:spLocks noGrp="1"/>
          </p:cNvSpPr>
          <p:nvPr>
            <p:ph type="body"/>
          </p:nvPr>
        </p:nvSpPr>
        <p:spPr>
          <a:xfrm>
            <a:off x="5668920" y="1076400"/>
            <a:ext cx="2990160" cy="29901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0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655" name="Google Shape;140;p7"/>
          <p:cNvSpPr/>
          <p:nvPr/>
        </p:nvSpPr>
        <p:spPr>
          <a:xfrm rot="19218600">
            <a:off x="-1265040" y="-661320"/>
            <a:ext cx="3096000" cy="2008800"/>
          </a:xfrm>
          <a:custGeom>
            <a:avLst/>
            <a:gdLst>
              <a:gd name="textAreaLeft" fmla="*/ 0 w 3096000"/>
              <a:gd name="textAreaRight" fmla="*/ 3096360 w 3096000"/>
              <a:gd name="textAreaTop" fmla="*/ 0 h 2008800"/>
              <a:gd name="textAreaBottom" fmla="*/ 2009160 h 20088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56" name="Google Shape;141;p7"/>
          <p:cNvSpPr/>
          <p:nvPr/>
        </p:nvSpPr>
        <p:spPr>
          <a:xfrm rot="14303400">
            <a:off x="-734760" y="4231800"/>
            <a:ext cx="2035800" cy="1508400"/>
          </a:xfrm>
          <a:custGeom>
            <a:avLst/>
            <a:gdLst>
              <a:gd name="textAreaLeft" fmla="*/ 0 w 2035800"/>
              <a:gd name="textAreaRight" fmla="*/ 2036160 w 2035800"/>
              <a:gd name="textAreaTop" fmla="*/ 0 h 1508400"/>
              <a:gd name="textAreaBottom" fmla="*/ 1508760 h 150840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grpSp>
        <p:nvGrpSpPr>
          <p:cNvPr id="657" name="Google Shape;142;p7"/>
          <p:cNvGrpSpPr/>
          <p:nvPr/>
        </p:nvGrpSpPr>
        <p:grpSpPr>
          <a:xfrm>
            <a:off x="65160" y="4372920"/>
            <a:ext cx="877680" cy="654480"/>
            <a:chOff x="65160" y="4372920"/>
            <a:chExt cx="877680" cy="654480"/>
          </a:xfrm>
        </p:grpSpPr>
        <p:grpSp>
          <p:nvGrpSpPr>
            <p:cNvPr id="658" name="Google Shape;143;p7"/>
            <p:cNvGrpSpPr/>
            <p:nvPr/>
          </p:nvGrpSpPr>
          <p:grpSpPr>
            <a:xfrm>
              <a:off x="65160" y="4372920"/>
              <a:ext cx="877680" cy="654480"/>
              <a:chOff x="65160" y="4372920"/>
              <a:chExt cx="877680" cy="654480"/>
            </a:xfrm>
          </p:grpSpPr>
          <p:sp>
            <p:nvSpPr>
              <p:cNvPr id="659" name="Google Shape;144;p7"/>
              <p:cNvSpPr/>
              <p:nvPr/>
            </p:nvSpPr>
            <p:spPr>
              <a:xfrm>
                <a:off x="260640" y="437292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715"/>
                    </a:moveTo>
                    <a:lnTo>
                      <a:pt x="173450" y="42005"/>
                    </a:lnTo>
                    <a:cubicBezTo>
                      <a:pt x="178403" y="46958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35363B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0" name="Google Shape;145;p7"/>
              <p:cNvSpPr/>
              <p:nvPr/>
            </p:nvSpPr>
            <p:spPr>
              <a:xfrm>
                <a:off x="162720" y="447084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79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79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715"/>
                    </a:cubicBezTo>
                    <a:close/>
                  </a:path>
                </a:pathLst>
              </a:custGeom>
              <a:solidFill>
                <a:srgbClr val="42444F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1" name="Google Shape;146;p7"/>
              <p:cNvSpPr/>
              <p:nvPr/>
            </p:nvSpPr>
            <p:spPr>
              <a:xfrm>
                <a:off x="65160" y="4568760"/>
                <a:ext cx="682200" cy="458640"/>
              </a:xfrm>
              <a:custGeom>
                <a:avLst/>
                <a:gdLst>
                  <a:gd name="textAreaLeft" fmla="*/ 0 w 682200"/>
                  <a:gd name="textAreaRight" fmla="*/ 682560 w 682200"/>
                  <a:gd name="textAreaTop" fmla="*/ 0 h 458640"/>
                  <a:gd name="textAreaBottom" fmla="*/ 459000 h 458640"/>
                </a:gdLst>
                <a:ahLst/>
                <a:cxnLst/>
                <a:rect l="textAreaLeft" t="textAreaTop" r="textAreaRight" b="textAreaBottom"/>
                <a:pathLst>
                  <a:path w="445484" h="299466">
                    <a:moveTo>
                      <a:pt x="139160" y="7620"/>
                    </a:moveTo>
                    <a:lnTo>
                      <a:pt x="173450" y="41910"/>
                    </a:lnTo>
                    <a:cubicBezTo>
                      <a:pt x="178403" y="46863"/>
                      <a:pt x="185166" y="49721"/>
                      <a:pt x="192215" y="49721"/>
                    </a:cubicBezTo>
                    <a:lnTo>
                      <a:pt x="419005" y="49721"/>
                    </a:lnTo>
                    <a:cubicBezTo>
                      <a:pt x="433673" y="49721"/>
                      <a:pt x="445484" y="61627"/>
                      <a:pt x="445484" y="76200"/>
                    </a:cubicBezTo>
                    <a:lnTo>
                      <a:pt x="445484" y="272987"/>
                    </a:lnTo>
                    <a:cubicBezTo>
                      <a:pt x="445484" y="287655"/>
                      <a:pt x="433578" y="299466"/>
                      <a:pt x="419005" y="299466"/>
                    </a:cubicBezTo>
                    <a:lnTo>
                      <a:pt x="26480" y="299466"/>
                    </a:lnTo>
                    <a:cubicBezTo>
                      <a:pt x="11811" y="299466"/>
                      <a:pt x="0" y="287560"/>
                      <a:pt x="0" y="272987"/>
                    </a:cubicBezTo>
                    <a:lnTo>
                      <a:pt x="0" y="26479"/>
                    </a:lnTo>
                    <a:cubicBezTo>
                      <a:pt x="0" y="11811"/>
                      <a:pt x="11906" y="0"/>
                      <a:pt x="26480" y="0"/>
                    </a:cubicBezTo>
                    <a:lnTo>
                      <a:pt x="120396" y="0"/>
                    </a:lnTo>
                    <a:cubicBezTo>
                      <a:pt x="127445" y="0"/>
                      <a:pt x="134207" y="2762"/>
                      <a:pt x="139160" y="7811"/>
                    </a:cubicBezTo>
                    <a:close/>
                  </a:path>
                </a:pathLst>
              </a:custGeom>
              <a:solidFill>
                <a:srgbClr val="6F7082"/>
              </a:solidFill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FFFFFF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62" name="Google Shape;147;p7"/>
            <p:cNvSpPr/>
            <p:nvPr/>
          </p:nvSpPr>
          <p:spPr>
            <a:xfrm>
              <a:off x="354240" y="4783320"/>
              <a:ext cx="105120" cy="125280"/>
            </a:xfrm>
            <a:custGeom>
              <a:avLst/>
              <a:gdLst>
                <a:gd name="textAreaLeft" fmla="*/ 0 w 105120"/>
                <a:gd name="textAreaRight" fmla="*/ 105480 w 105120"/>
                <a:gd name="textAreaTop" fmla="*/ 0 h 125280"/>
                <a:gd name="textAreaBottom" fmla="*/ 125640 h 125280"/>
              </a:gdLst>
              <a:ahLst/>
              <a:cxnLst/>
              <a:rect l="textAreaLeft" t="textAreaTop" r="textAreaRight" b="textAreaBottom"/>
              <a:pathLst>
                <a:path w="68735" h="82063">
                  <a:moveTo>
                    <a:pt x="0" y="6471"/>
                  </a:moveTo>
                  <a:lnTo>
                    <a:pt x="0" y="75527"/>
                  </a:lnTo>
                  <a:cubicBezTo>
                    <a:pt x="0" y="80575"/>
                    <a:pt x="5524" y="83719"/>
                    <a:pt x="9811" y="81147"/>
                  </a:cubicBezTo>
                  <a:lnTo>
                    <a:pt x="65532" y="48095"/>
                  </a:lnTo>
                  <a:cubicBezTo>
                    <a:pt x="69723" y="45619"/>
                    <a:pt x="69818" y="39618"/>
                    <a:pt x="65723" y="37046"/>
                  </a:cubicBezTo>
                  <a:lnTo>
                    <a:pt x="10001" y="1042"/>
                  </a:lnTo>
                  <a:cubicBezTo>
                    <a:pt x="5715" y="-1721"/>
                    <a:pt x="0" y="1327"/>
                    <a:pt x="0" y="6471"/>
                  </a:cubicBezTo>
                  <a:close/>
                </a:path>
              </a:pathLst>
            </a:custGeom>
            <a:solidFill>
              <a:srgbClr val="FFFFFF"/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PlaceHolder 1"/>
          <p:cNvSpPr>
            <a:spLocks noGrp="1"/>
          </p:cNvSpPr>
          <p:nvPr>
            <p:ph type="title"/>
          </p:nvPr>
        </p:nvSpPr>
        <p:spPr>
          <a:xfrm>
            <a:off x="2318040" y="1307160"/>
            <a:ext cx="4507920" cy="2529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0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4" name="Google Shape;150;p8"/>
          <p:cNvSpPr/>
          <p:nvPr/>
        </p:nvSpPr>
        <p:spPr>
          <a:xfrm rot="18336600" flipH="1">
            <a:off x="5846760" y="3927960"/>
            <a:ext cx="2997360" cy="2575800"/>
          </a:xfrm>
          <a:custGeom>
            <a:avLst/>
            <a:gdLst>
              <a:gd name="textAreaLeft" fmla="*/ 360 w 2997360"/>
              <a:gd name="textAreaRight" fmla="*/ 299808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5" name="Google Shape;151;p8"/>
          <p:cNvSpPr/>
          <p:nvPr/>
        </p:nvSpPr>
        <p:spPr>
          <a:xfrm rot="460800" flipH="1">
            <a:off x="6386400" y="-1517040"/>
            <a:ext cx="4086720" cy="3304440"/>
          </a:xfrm>
          <a:custGeom>
            <a:avLst/>
            <a:gdLst>
              <a:gd name="textAreaLeft" fmla="*/ 360 w 4086720"/>
              <a:gd name="textAreaRight" fmla="*/ 408744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6" name="Google Shape;152;p8"/>
          <p:cNvSpPr/>
          <p:nvPr/>
        </p:nvSpPr>
        <p:spPr>
          <a:xfrm rot="17007000" flipH="1">
            <a:off x="6120" y="113040"/>
            <a:ext cx="642600" cy="519480"/>
          </a:xfrm>
          <a:custGeom>
            <a:avLst/>
            <a:gdLst>
              <a:gd name="textAreaLeft" fmla="*/ -360 w 642600"/>
              <a:gd name="textAreaRight" fmla="*/ 642600 w 642600"/>
              <a:gd name="textAreaTop" fmla="*/ 0 h 519480"/>
              <a:gd name="textAreaBottom" fmla="*/ 519840 h 51948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PlaceHolder 1"/>
          <p:cNvSpPr>
            <a:spLocks noGrp="1"/>
          </p:cNvSpPr>
          <p:nvPr>
            <p:ph type="title"/>
          </p:nvPr>
        </p:nvSpPr>
        <p:spPr>
          <a:xfrm>
            <a:off x="2135520" y="1189080"/>
            <a:ext cx="4872600" cy="19641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1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68" name="Google Shape;156;p9"/>
          <p:cNvSpPr/>
          <p:nvPr/>
        </p:nvSpPr>
        <p:spPr>
          <a:xfrm rot="3263400">
            <a:off x="-163440" y="3927960"/>
            <a:ext cx="2997360" cy="2575800"/>
          </a:xfrm>
          <a:custGeom>
            <a:avLst/>
            <a:gdLst>
              <a:gd name="textAreaLeft" fmla="*/ 0 w 2997360"/>
              <a:gd name="textAreaRight" fmla="*/ 2997720 w 2997360"/>
              <a:gd name="textAreaTop" fmla="*/ 0 h 2575800"/>
              <a:gd name="textAreaBottom" fmla="*/ 2576160 h 2575800"/>
            </a:gdLst>
            <a:ahLst/>
            <a:cxnLst/>
            <a:rect l="textAreaLeft" t="textAreaTop" r="textAreaRight" b="textAreaBottom"/>
            <a:pathLst>
              <a:path w="38869" h="30330">
                <a:moveTo>
                  <a:pt x="24297" y="1"/>
                </a:moveTo>
                <a:cubicBezTo>
                  <a:pt x="23576" y="1"/>
                  <a:pt x="22813" y="81"/>
                  <a:pt x="22018" y="271"/>
                </a:cubicBezTo>
                <a:cubicBezTo>
                  <a:pt x="16904" y="1494"/>
                  <a:pt x="14626" y="5778"/>
                  <a:pt x="11611" y="8671"/>
                </a:cubicBezTo>
                <a:cubicBezTo>
                  <a:pt x="10032" y="10186"/>
                  <a:pt x="7766" y="10684"/>
                  <a:pt x="5916" y="11826"/>
                </a:cubicBezTo>
                <a:cubicBezTo>
                  <a:pt x="0" y="15481"/>
                  <a:pt x="539" y="24197"/>
                  <a:pt x="4874" y="27639"/>
                </a:cubicBezTo>
                <a:cubicBezTo>
                  <a:pt x="7150" y="29445"/>
                  <a:pt x="9815" y="30330"/>
                  <a:pt x="12976" y="30330"/>
                </a:cubicBezTo>
                <a:cubicBezTo>
                  <a:pt x="15025" y="30330"/>
                  <a:pt x="17282" y="29958"/>
                  <a:pt x="19778" y="29225"/>
                </a:cubicBezTo>
                <a:cubicBezTo>
                  <a:pt x="26123" y="27360"/>
                  <a:pt x="30656" y="26268"/>
                  <a:pt x="34763" y="20412"/>
                </a:cubicBezTo>
                <a:cubicBezTo>
                  <a:pt x="38869" y="14558"/>
                  <a:pt x="35544" y="6859"/>
                  <a:pt x="30907" y="2368"/>
                </a:cubicBezTo>
                <a:cubicBezTo>
                  <a:pt x="30907" y="2368"/>
                  <a:pt x="28215" y="1"/>
                  <a:pt x="24297" y="1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69" name="Google Shape;157;p9"/>
          <p:cNvSpPr/>
          <p:nvPr/>
        </p:nvSpPr>
        <p:spPr>
          <a:xfrm rot="21139200">
            <a:off x="-1793160" y="-1517040"/>
            <a:ext cx="4086720" cy="3304440"/>
          </a:xfrm>
          <a:custGeom>
            <a:avLst/>
            <a:gdLst>
              <a:gd name="textAreaLeft" fmla="*/ 0 w 4086720"/>
              <a:gd name="textAreaRight" fmla="*/ 4087080 w 4086720"/>
              <a:gd name="textAreaTop" fmla="*/ 0 h 3304440"/>
              <a:gd name="textAreaBottom" fmla="*/ 3304800 h 330444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670" name="Google Shape;158;p9"/>
          <p:cNvSpPr/>
          <p:nvPr/>
        </p:nvSpPr>
        <p:spPr>
          <a:xfrm rot="4591800">
            <a:off x="7797600" y="592920"/>
            <a:ext cx="1474920" cy="1192320"/>
          </a:xfrm>
          <a:custGeom>
            <a:avLst/>
            <a:gdLst>
              <a:gd name="textAreaLeft" fmla="*/ 0 w 1474920"/>
              <a:gd name="textAreaRight" fmla="*/ 1475280 w 1474920"/>
              <a:gd name="textAreaTop" fmla="*/ 0 h 1192320"/>
              <a:gd name="textAreaBottom" fmla="*/ 1192680 h 1192320"/>
            </a:gdLst>
            <a:ahLst/>
            <a:cxnLst/>
            <a:rect l="textAreaLeft" t="textAreaTop" r="textAreaRight" b="textAreaBottom"/>
            <a:pathLst>
              <a:path w="39315" h="31790">
                <a:moveTo>
                  <a:pt x="21370" y="0"/>
                </a:moveTo>
                <a:cubicBezTo>
                  <a:pt x="19245" y="0"/>
                  <a:pt x="16609" y="420"/>
                  <a:pt x="13994" y="1929"/>
                </a:cubicBezTo>
                <a:cubicBezTo>
                  <a:pt x="8094" y="5332"/>
                  <a:pt x="5120" y="12086"/>
                  <a:pt x="2561" y="17498"/>
                </a:cubicBezTo>
                <a:cubicBezTo>
                  <a:pt x="0" y="22912"/>
                  <a:pt x="1474" y="28410"/>
                  <a:pt x="5979" y="30920"/>
                </a:cubicBezTo>
                <a:cubicBezTo>
                  <a:pt x="7113" y="31551"/>
                  <a:pt x="8155" y="31789"/>
                  <a:pt x="9181" y="31789"/>
                </a:cubicBezTo>
                <a:cubicBezTo>
                  <a:pt x="12232" y="31789"/>
                  <a:pt x="15135" y="29683"/>
                  <a:pt x="19863" y="29548"/>
                </a:cubicBezTo>
                <a:cubicBezTo>
                  <a:pt x="20630" y="29526"/>
                  <a:pt x="21329" y="29520"/>
                  <a:pt x="21975" y="29520"/>
                </a:cubicBezTo>
                <a:cubicBezTo>
                  <a:pt x="22766" y="29520"/>
                  <a:pt x="23477" y="29529"/>
                  <a:pt x="24134" y="29529"/>
                </a:cubicBezTo>
                <a:cubicBezTo>
                  <a:pt x="27359" y="29529"/>
                  <a:pt x="29297" y="29308"/>
                  <a:pt x="33123" y="26702"/>
                </a:cubicBezTo>
                <a:cubicBezTo>
                  <a:pt x="38366" y="23130"/>
                  <a:pt x="39314" y="14704"/>
                  <a:pt x="35179" y="8470"/>
                </a:cubicBezTo>
                <a:cubicBezTo>
                  <a:pt x="31041" y="2236"/>
                  <a:pt x="25903" y="663"/>
                  <a:pt x="25903" y="663"/>
                </a:cubicBezTo>
                <a:cubicBezTo>
                  <a:pt x="25903" y="663"/>
                  <a:pt x="24040" y="0"/>
                  <a:pt x="21370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1" name="PlaceHolder 1"/>
          <p:cNvSpPr>
            <a:spLocks noGrp="1"/>
          </p:cNvSpPr>
          <p:nvPr>
            <p:ph type="title"/>
          </p:nvPr>
        </p:nvSpPr>
        <p:spPr>
          <a:xfrm>
            <a:off x="720000" y="4014360"/>
            <a:ext cx="7703640" cy="57240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9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Relationship Id="rId4" Type="http://schemas.openxmlformats.org/officeDocument/2006/relationships/image" Target="../media/image25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1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19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1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19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9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emf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/>
          <p:cNvSpPr>
            <a:spLocks noGrp="1"/>
          </p:cNvSpPr>
          <p:nvPr>
            <p:ph type="title"/>
          </p:nvPr>
        </p:nvSpPr>
        <p:spPr>
          <a:xfrm>
            <a:off x="804237" y="604022"/>
            <a:ext cx="7758787" cy="13539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3600">
                <a:solidFill>
                  <a:schemeClr val="dk1"/>
                </a:solidFill>
                <a:latin typeface="Lato"/>
                <a:ea typeface="Lato"/>
                <a:cs typeface="Lato"/>
              </a:rPr>
              <a:t>A Centralized System for Real-Time Farm Animal Disease Reporting</a:t>
            </a:r>
            <a:endParaRPr lang="en-US"/>
          </a:p>
        </p:txBody>
      </p:sp>
      <p:sp>
        <p:nvSpPr>
          <p:cNvPr id="675" name="PlaceHolder 2"/>
          <p:cNvSpPr>
            <a:spLocks noGrp="1"/>
          </p:cNvSpPr>
          <p:nvPr>
            <p:ph type="subTitle"/>
          </p:nvPr>
        </p:nvSpPr>
        <p:spPr>
          <a:xfrm>
            <a:off x="391219" y="3607226"/>
            <a:ext cx="4091511" cy="4759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</a:rPr>
              <a:t>A centralized real-time farm disease reporting platform for Farmers and Veterinary</a:t>
            </a:r>
            <a:r>
              <a:rPr lang="en-US" sz="1400">
                <a:solidFill>
                  <a:schemeClr val="dk1"/>
                </a:solidFill>
                <a:ea typeface="+mj-lt"/>
                <a:cs typeface="+mj-lt"/>
              </a:rPr>
              <a:t> </a:t>
            </a: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</a:rPr>
              <a:t>Officers</a:t>
            </a:r>
          </a:p>
        </p:txBody>
      </p:sp>
      <p:pic>
        <p:nvPicPr>
          <p:cNvPr id="2" name="Picture 1" descr="Cattle cannot be transported out of North-Western Province – Sri Lanka  Mirror – Right to Know. Power to Change">
            <a:extLst>
              <a:ext uri="{FF2B5EF4-FFF2-40B4-BE49-F238E27FC236}">
                <a16:creationId xmlns:a16="http://schemas.microsoft.com/office/drawing/2014/main" id="{04BDE5CB-3BA7-F50E-9343-95D68F432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3395" y="2350817"/>
            <a:ext cx="4569212" cy="279059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E9A041-D36F-F4B9-2757-A978A8E6A4E1}"/>
              </a:ext>
            </a:extLst>
          </p:cNvPr>
          <p:cNvSpPr txBox="1"/>
          <p:nvPr/>
        </p:nvSpPr>
        <p:spPr>
          <a:xfrm>
            <a:off x="3145144" y="3111657"/>
            <a:ext cx="127287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GB" sz="2000" b="1">
                <a:cs typeface="Arial"/>
              </a:rPr>
              <a:t>ADRS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1539A-4872-74C6-AC59-BED865AC9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PlaceHolder 1">
            <a:extLst>
              <a:ext uri="{FF2B5EF4-FFF2-40B4-BE49-F238E27FC236}">
                <a16:creationId xmlns:a16="http://schemas.microsoft.com/office/drawing/2014/main" id="{7FBAA4BD-DD83-7F48-5AF9-F84433B8C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3659" y="-765255"/>
            <a:ext cx="7758787" cy="135399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algn="ctr">
              <a:lnSpc>
                <a:spcPct val="100000"/>
              </a:lnSpc>
              <a:tabLst>
                <a:tab pos="0" algn="l"/>
              </a:tabLst>
            </a:pPr>
            <a:r>
              <a:rPr lang="en-US" sz="2800" dirty="0">
                <a:solidFill>
                  <a:schemeClr val="dk1"/>
                </a:solidFill>
                <a:latin typeface="Lato"/>
                <a:ea typeface="Lato"/>
                <a:cs typeface="Lato"/>
              </a:rPr>
              <a:t>2 Minute Introduction Video </a:t>
            </a:r>
          </a:p>
        </p:txBody>
      </p:sp>
      <p:pic>
        <p:nvPicPr>
          <p:cNvPr id="2" name="Sri_Lanka_s_Farm_Crisis">
            <a:hlinkClick r:id="" action="ppaction://media"/>
            <a:extLst>
              <a:ext uri="{FF2B5EF4-FFF2-40B4-BE49-F238E27FC236}">
                <a16:creationId xmlns:a16="http://schemas.microsoft.com/office/drawing/2014/main" id="{15AC390D-12C9-B8D7-DF12-90EF9CEBDFD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647462"/>
            <a:ext cx="8906107" cy="4496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476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2764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/>
          <p:cNvSpPr>
            <a:spLocks noGrp="1"/>
          </p:cNvSpPr>
          <p:nvPr>
            <p:ph type="title"/>
          </p:nvPr>
        </p:nvSpPr>
        <p:spPr>
          <a:xfrm>
            <a:off x="551838" y="508800"/>
            <a:ext cx="5114520" cy="68629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Problem </a:t>
            </a:r>
            <a:r>
              <a:rPr lang="en-US" sz="4000" b="1">
                <a:solidFill>
                  <a:schemeClr val="dk1"/>
                </a:solidFill>
                <a:latin typeface="Epilogue"/>
                <a:ea typeface="Epilogue"/>
              </a:rPr>
              <a:t>&amp; Need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2"/>
          <p:cNvSpPr>
            <a:spLocks noGrp="1"/>
          </p:cNvSpPr>
          <p:nvPr>
            <p:ph type="subTitle"/>
          </p:nvPr>
        </p:nvSpPr>
        <p:spPr>
          <a:xfrm>
            <a:off x="342278" y="1482417"/>
            <a:ext cx="5474579" cy="269425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Uncontained Outbreak Volatility: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FMD and LSD show massive, alternating spikes (surpassing 200,000+ cases), proving diseases spread widely before intervention occurs.</a:t>
            </a:r>
          </a:p>
          <a:p>
            <a:pPr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Failure of Reactive Healthcare: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The current delayed reporting model only responds after peak infection, proving it is highly ineffective.</a:t>
            </a:r>
          </a:p>
          <a:p>
            <a:pPr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Devastating Economic Impact: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These massive infection surges directly translate to severe income loss for vulnerable rural farmers.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Arial"/>
              <a:ea typeface="Lato"/>
              <a:cs typeface="Arial"/>
            </a:endParaRPr>
          </a:p>
        </p:txBody>
      </p:sp>
      <p:pic>
        <p:nvPicPr>
          <p:cNvPr id="3" name="Picture 2" descr="A screenshot of a graph&#10;&#10;AI-generated content may be incorrect.">
            <a:extLst>
              <a:ext uri="{FF2B5EF4-FFF2-40B4-BE49-F238E27FC236}">
                <a16:creationId xmlns:a16="http://schemas.microsoft.com/office/drawing/2014/main" id="{3579382C-9C51-AD20-2460-464D997D7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1113" y="2654"/>
            <a:ext cx="3526095" cy="51443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E39136-42A6-3C49-C135-DB13182770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PlaceHolder 1">
            <a:extLst>
              <a:ext uri="{FF2B5EF4-FFF2-40B4-BE49-F238E27FC236}">
                <a16:creationId xmlns:a16="http://schemas.microsoft.com/office/drawing/2014/main" id="{F3FB10EA-AA8C-D0E5-4A26-6542ED250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3751" y="529180"/>
            <a:ext cx="5114520" cy="752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Epilogue"/>
                <a:ea typeface="Epilogue"/>
              </a:rPr>
              <a:t>Problem </a:t>
            </a:r>
            <a:r>
              <a:rPr lang="en-US" sz="4000" b="1">
                <a:solidFill>
                  <a:schemeClr val="dk1"/>
                </a:solidFill>
                <a:latin typeface="Epilogue"/>
                <a:ea typeface="Epilogue"/>
              </a:rPr>
              <a:t>&amp; Need</a:t>
            </a:r>
            <a:endParaRPr lang="fr-FR" sz="4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907" name="PlaceHolder 2">
            <a:extLst>
              <a:ext uri="{FF2B5EF4-FFF2-40B4-BE49-F238E27FC236}">
                <a16:creationId xmlns:a16="http://schemas.microsoft.com/office/drawing/2014/main" id="{23CBF66C-29D6-1331-E6FD-64A3F04175BA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44773" y="1606757"/>
            <a:ext cx="5652889" cy="24308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1600" b="1">
                <a:latin typeface="Lato"/>
                <a:ea typeface="Lato"/>
              </a:rPr>
              <a:t>Financial Impact of Lumpy Skin Disease in Ampara</a:t>
            </a:r>
            <a:endParaRPr lang="en-US" sz="1600">
              <a:cs typeface="Arial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 sz="1600">
              <a:latin typeface="Lato"/>
              <a:ea typeface="Lato"/>
              <a:cs typeface="Lato"/>
            </a:endParaRPr>
          </a:p>
          <a:p>
            <a:pPr marL="171450" indent="-171450"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latin typeface="Lato"/>
                <a:ea typeface="Lato"/>
                <a:cs typeface="Lato"/>
              </a:rPr>
              <a:t>The Clinical Reality:</a:t>
            </a:r>
            <a:r>
              <a:rPr lang="en-US" sz="1600">
                <a:latin typeface="Lato"/>
                <a:ea typeface="Lato"/>
                <a:cs typeface="Lato"/>
              </a:rPr>
              <a:t> Highly contagious diseases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, </a:t>
            </a:r>
            <a:r>
              <a:rPr lang="en-US" sz="1600">
                <a:latin typeface="Lato"/>
                <a:ea typeface="Lato"/>
                <a:cs typeface="Lato"/>
              </a:rPr>
              <a:t>such as Lumpy Skin Disease (LSD), cause severe physical distress 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and </a:t>
            </a:r>
            <a:r>
              <a:rPr lang="en-US" sz="1600">
                <a:latin typeface="Lato"/>
                <a:ea typeface="Lato"/>
                <a:cs typeface="Lato"/>
              </a:rPr>
              <a:t>drastic drops in livestock production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endParaRPr lang="en-US" sz="1600">
              <a:latin typeface="Lato"/>
              <a:ea typeface="Lato"/>
              <a:cs typeface="Lato"/>
            </a:endParaRPr>
          </a:p>
          <a:p>
            <a:pPr marL="171450" indent="-171450"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latin typeface="Lato"/>
                <a:ea typeface="Lato"/>
                <a:cs typeface="Lato"/>
              </a:rPr>
              <a:t>Failure of Reactive Surveillance:</a:t>
            </a:r>
            <a:r>
              <a:rPr lang="en-US" sz="1600">
                <a:latin typeface="Lato"/>
                <a:ea typeface="Lato"/>
                <a:cs typeface="Lato"/>
              </a:rPr>
              <a:t> The current veterinary model only intervenes </a:t>
            </a:r>
            <a:r>
              <a:rPr lang="en-US" sz="1600" i="1">
                <a:latin typeface="Lato"/>
                <a:ea typeface="Lato"/>
                <a:cs typeface="Lato"/>
              </a:rPr>
              <a:t>after</a:t>
            </a:r>
            <a:r>
              <a:rPr lang="en-US" sz="1600">
                <a:latin typeface="Lato"/>
                <a:ea typeface="Lato"/>
                <a:cs typeface="Lato"/>
              </a:rPr>
              <a:t> animals reach this advanced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, </a:t>
            </a:r>
            <a:r>
              <a:rPr lang="en-US" sz="1600">
                <a:latin typeface="Lato"/>
                <a:ea typeface="Lato"/>
                <a:cs typeface="Lato"/>
              </a:rPr>
              <a:t>highly infectious stage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, </a:t>
            </a:r>
            <a:r>
              <a:rPr lang="en-US" sz="1600">
                <a:latin typeface="Lato"/>
                <a:ea typeface="Lato"/>
                <a:cs typeface="Lato"/>
              </a:rPr>
              <a:t>allowing the disease to spread to the rest of the herd</a:t>
            </a:r>
            <a:r>
              <a:rPr lang="en-US" sz="1600" b="0" u="none" strike="noStrike"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latin typeface="Lato"/>
              <a:ea typeface="Lato"/>
              <a:cs typeface="Lato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0" u="none" strike="noStrike">
              <a:effectLst/>
              <a:uFillTx/>
              <a:latin typeface="Lato"/>
              <a:ea typeface="Lato"/>
              <a:cs typeface="Lato"/>
            </a:endParaRPr>
          </a:p>
        </p:txBody>
      </p:sp>
      <p:pic>
        <p:nvPicPr>
          <p:cNvPr id="2" name="Picture 1" descr="A cow with a rope tied to its neck&#10;&#10;AI-generated content may be incorrect.">
            <a:extLst>
              <a:ext uri="{FF2B5EF4-FFF2-40B4-BE49-F238E27FC236}">
                <a16:creationId xmlns:a16="http://schemas.microsoft.com/office/drawing/2014/main" id="{105B7CED-34E2-61D6-05F0-4C4E7F1A8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75302" y="2297004"/>
            <a:ext cx="3070703" cy="2843423"/>
          </a:xfrm>
          <a:prstGeom prst="rect">
            <a:avLst/>
          </a:prstGeom>
        </p:spPr>
      </p:pic>
      <p:pic>
        <p:nvPicPr>
          <p:cNvPr id="4" name="Picture 3" descr="A diagram of a farm&#10;&#10;AI-generated content may be incorrect.">
            <a:extLst>
              <a:ext uri="{FF2B5EF4-FFF2-40B4-BE49-F238E27FC236}">
                <a16:creationId xmlns:a16="http://schemas.microsoft.com/office/drawing/2014/main" id="{2A23A6FC-B261-29DF-B85F-6B953DFA74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8676" y="3450"/>
            <a:ext cx="3063042" cy="228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39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Rectangle 902"/>
          <p:cNvSpPr/>
          <p:nvPr/>
        </p:nvSpPr>
        <p:spPr>
          <a:xfrm>
            <a:off x="5048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01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904" name="Rectangle 903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4000" b="1" u="none" strike="noStrike">
                <a:solidFill>
                  <a:schemeClr val="dk1"/>
                </a:solidFill>
                <a:effectLst/>
                <a:uFillTx/>
                <a:latin typeface="Epilogue"/>
              </a:rPr>
              <a:t>Project Overview</a:t>
            </a:r>
            <a:endParaRPr lang="en-US" sz="4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pic>
        <p:nvPicPr>
          <p:cNvPr id="905" name="image69b618c44b5ca" descr="image69b618c44b5cd"/>
          <p:cNvPicPr/>
          <p:nvPr/>
        </p:nvPicPr>
        <p:blipFill>
          <a:blip r:embed="rId2"/>
          <a:stretch/>
        </p:blipFill>
        <p:spPr>
          <a:xfrm>
            <a:off x="0" y="0"/>
            <a:ext cx="4571640" cy="5143320"/>
          </a:xfrm>
          <a:prstGeom prst="rect">
            <a:avLst/>
          </a:prstGeom>
          <a:noFill/>
          <a:ln w="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966;p31"/>
          <p:cNvSpPr/>
          <p:nvPr/>
        </p:nvSpPr>
        <p:spPr>
          <a:xfrm rot="4500000">
            <a:off x="4600800" y="7200"/>
            <a:ext cx="5575320" cy="4866840"/>
          </a:xfrm>
          <a:custGeom>
            <a:avLst/>
            <a:gdLst>
              <a:gd name="textAreaLeft" fmla="*/ 0 w 5575320"/>
              <a:gd name="textAreaRight" fmla="*/ 5575680 w 5575320"/>
              <a:gd name="textAreaTop" fmla="*/ 0 h 4866840"/>
              <a:gd name="textAreaBottom" fmla="*/ 4867200 h 486684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PlaceHolder 1"/>
          <p:cNvSpPr>
            <a:spLocks noGrp="1"/>
          </p:cNvSpPr>
          <p:nvPr>
            <p:ph type="title"/>
          </p:nvPr>
        </p:nvSpPr>
        <p:spPr>
          <a:xfrm>
            <a:off x="561162" y="513396"/>
            <a:ext cx="4203218" cy="9718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0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Users and Stakeholders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Lato"/>
              <a:ea typeface="Lato"/>
              <a:cs typeface="Lato"/>
            </a:endParaRPr>
          </a:p>
        </p:txBody>
      </p:sp>
      <p:sp>
        <p:nvSpPr>
          <p:cNvPr id="857" name="PlaceHolder 2"/>
          <p:cNvSpPr>
            <a:spLocks noGrp="1"/>
          </p:cNvSpPr>
          <p:nvPr>
            <p:ph type="subTitle"/>
          </p:nvPr>
        </p:nvSpPr>
        <p:spPr>
          <a:xfrm>
            <a:off x="163597" y="1847821"/>
            <a:ext cx="4857322" cy="238942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Core Operators (Manage Closely):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Field veterinary officers wield high power and interest; they rely on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ADRS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for verified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, real-time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outbreak data 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to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deploy interventions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Primary Beneficiaries (Keep Informed):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 Farmers lack systemic power but have the highest personal stakes; ADRS empowers them directly with accessible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,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early-warning mobile triage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Lato"/>
              <a:ea typeface="Lato"/>
              <a:cs typeface="Lato"/>
            </a:endParaRPr>
          </a:p>
        </p:txBody>
      </p:sp>
      <p:pic>
        <p:nvPicPr>
          <p:cNvPr id="2" name="Picture 1" descr="A pie chart of a farmer&#10;&#10;AI-generated content may be incorrect.">
            <a:extLst>
              <a:ext uri="{FF2B5EF4-FFF2-40B4-BE49-F238E27FC236}">
                <a16:creationId xmlns:a16="http://schemas.microsoft.com/office/drawing/2014/main" id="{13F1EF00-319D-C733-A955-0A9A818AD3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8048" y="1480670"/>
            <a:ext cx="4125953" cy="217519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C40B6A-4DE9-0571-BB3B-902227715E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966;p31">
            <a:extLst>
              <a:ext uri="{FF2B5EF4-FFF2-40B4-BE49-F238E27FC236}">
                <a16:creationId xmlns:a16="http://schemas.microsoft.com/office/drawing/2014/main" id="{F64A582A-F69A-414E-D08D-1C76F1220159}"/>
              </a:ext>
            </a:extLst>
          </p:cNvPr>
          <p:cNvSpPr/>
          <p:nvPr/>
        </p:nvSpPr>
        <p:spPr>
          <a:xfrm rot="4500000">
            <a:off x="4600800" y="7200"/>
            <a:ext cx="5575320" cy="4866840"/>
          </a:xfrm>
          <a:custGeom>
            <a:avLst/>
            <a:gdLst>
              <a:gd name="textAreaLeft" fmla="*/ 0 w 5575320"/>
              <a:gd name="textAreaRight" fmla="*/ 5575680 w 5575320"/>
              <a:gd name="textAreaTop" fmla="*/ 0 h 4866840"/>
              <a:gd name="textAreaBottom" fmla="*/ 4867200 h 486684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rgbClr val="000000">
              <a:alpha val="10000"/>
            </a:srgb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PlaceHolder 1">
            <a:extLst>
              <a:ext uri="{FF2B5EF4-FFF2-40B4-BE49-F238E27FC236}">
                <a16:creationId xmlns:a16="http://schemas.microsoft.com/office/drawing/2014/main" id="{FC12680B-699B-984D-6304-66E4F4A34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8667" y="711634"/>
            <a:ext cx="4718265" cy="6571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Impact on Users &amp; Society</a:t>
            </a:r>
          </a:p>
        </p:txBody>
      </p:sp>
      <p:sp>
        <p:nvSpPr>
          <p:cNvPr id="857" name="PlaceHolder 2">
            <a:extLst>
              <a:ext uri="{FF2B5EF4-FFF2-40B4-BE49-F238E27FC236}">
                <a16:creationId xmlns:a16="http://schemas.microsoft.com/office/drawing/2014/main" id="{6DB6993B-E8FE-47C6-77AE-24959202F2E6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436923" y="1872668"/>
            <a:ext cx="4807628" cy="223205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Catastrophic Income Loss (Users):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 Farmers bear the brunt of the reactive healthcare model, suffering severe financial ruin from plummeting milk yields and livestock mortality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Threat to National Food Security (Society):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 Uncontrolled epidemics of FMD and LSD severely disrupt the national dairy and protein supply chains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, 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</a:rPr>
              <a:t>causing market instability</a:t>
            </a: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endParaRPr lang="en-US" sz="16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indent="0">
              <a:lnSpc>
                <a:spcPct val="150000"/>
              </a:lnSpc>
              <a:buNone/>
              <a:tabLst>
                <a:tab pos="0" algn="l"/>
              </a:tabLst>
            </a:pPr>
            <a:endParaRPr lang="en-US" sz="1600" b="0" u="none" strike="noStrike">
              <a:solidFill>
                <a:schemeClr val="dk1"/>
              </a:solidFill>
              <a:effectLst/>
              <a:uFillTx/>
              <a:latin typeface="Lato"/>
              <a:ea typeface="Lato"/>
              <a:cs typeface="Lato"/>
            </a:endParaRPr>
          </a:p>
        </p:txBody>
      </p:sp>
      <p:pic>
        <p:nvPicPr>
          <p:cNvPr id="2" name="Picture 1" descr="A screenshot of a graph&#10;&#10;AI-generated content may be incorrect.">
            <a:extLst>
              <a:ext uri="{FF2B5EF4-FFF2-40B4-BE49-F238E27FC236}">
                <a16:creationId xmlns:a16="http://schemas.microsoft.com/office/drawing/2014/main" id="{F09588F2-2F1B-AE19-041E-BDE344CF8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6052" y="432110"/>
            <a:ext cx="2551465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541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57EC93-7820-9CA0-2703-15C4D2F58F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966;p31">
            <a:extLst>
              <a:ext uri="{FF2B5EF4-FFF2-40B4-BE49-F238E27FC236}">
                <a16:creationId xmlns:a16="http://schemas.microsoft.com/office/drawing/2014/main" id="{0618FC2C-23DB-C8A5-9593-334DDC771A9F}"/>
              </a:ext>
            </a:extLst>
          </p:cNvPr>
          <p:cNvSpPr/>
          <p:nvPr/>
        </p:nvSpPr>
        <p:spPr>
          <a:xfrm rot="4500000">
            <a:off x="4600800" y="7200"/>
            <a:ext cx="5575320" cy="4866840"/>
          </a:xfrm>
          <a:custGeom>
            <a:avLst/>
            <a:gdLst>
              <a:gd name="textAreaLeft" fmla="*/ 0 w 5575320"/>
              <a:gd name="textAreaRight" fmla="*/ 5575680 w 5575320"/>
              <a:gd name="textAreaTop" fmla="*/ 0 h 4866840"/>
              <a:gd name="textAreaBottom" fmla="*/ 4867200 h 486684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PlaceHolder 1">
            <a:extLst>
              <a:ext uri="{FF2B5EF4-FFF2-40B4-BE49-F238E27FC236}">
                <a16:creationId xmlns:a16="http://schemas.microsoft.com/office/drawing/2014/main" id="{8D77E073-F4F3-7800-26E1-93408F0EB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9275" y="603960"/>
            <a:ext cx="4332821" cy="9718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31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Existing Solutions &amp; Their Limitations</a:t>
            </a:r>
          </a:p>
        </p:txBody>
      </p:sp>
      <p:sp>
        <p:nvSpPr>
          <p:cNvPr id="857" name="PlaceHolder 2">
            <a:extLst>
              <a:ext uri="{FF2B5EF4-FFF2-40B4-BE49-F238E27FC236}">
                <a16:creationId xmlns:a16="http://schemas.microsoft.com/office/drawing/2014/main" id="{0E01DDCF-8353-7D83-DDCC-B827AAA9990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155314" y="1880951"/>
            <a:ext cx="4517737" cy="222376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4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Prohibitive Costs &amp; Hardware:</a:t>
            </a: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</a:rPr>
              <a:t> Current Precision Livestock Farming (PLF) relies on expensive 3D sensors and continuous IoT, placing them entirely out of reach for farmers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4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buFont typeface="Arial"/>
              <a:buChar char="•"/>
              <a:tabLst>
                <a:tab pos="0" algn="l"/>
              </a:tabLst>
            </a:pPr>
            <a:r>
              <a:rPr lang="en-US" sz="14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AI Hallucinations &amp; Single-Disease Focus:</a:t>
            </a:r>
            <a:r>
              <a:rPr lang="en-US" sz="1400">
                <a:solidFill>
                  <a:schemeClr val="dk1"/>
                </a:solidFill>
                <a:latin typeface="Lato"/>
                <a:ea typeface="Lato"/>
                <a:cs typeface="Lato"/>
              </a:rPr>
              <a:t> Standard veterinary AI models operate in a "closed-world" setting—forcing diagnoses on poor-quality images and failing to detect overlapping comorbidities</a:t>
            </a: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Lato"/>
                <a:ea typeface="Lato"/>
                <a:cs typeface="Lato"/>
              </a:rPr>
              <a:t>.</a:t>
            </a:r>
            <a:endParaRPr lang="en-US" sz="14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indent="0">
              <a:buFont typeface="Arial"/>
              <a:buChar char="•"/>
              <a:tabLst>
                <a:tab pos="0" algn="l"/>
              </a:tabLst>
            </a:pPr>
            <a:endParaRPr lang="en-US" sz="1400" b="0" u="none" strike="noStrike">
              <a:solidFill>
                <a:schemeClr val="dk1"/>
              </a:solidFill>
              <a:effectLst/>
              <a:uFillTx/>
              <a:latin typeface="Lato"/>
              <a:ea typeface="Lato"/>
              <a:cs typeface="Lato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0298DF86-2648-CB0C-93A1-51AFE2522E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9868799"/>
              </p:ext>
            </p:extLst>
          </p:nvPr>
        </p:nvGraphicFramePr>
        <p:xfrm>
          <a:off x="4843810" y="341506"/>
          <a:ext cx="4153821" cy="4464415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384607">
                  <a:extLst>
                    <a:ext uri="{9D8B030D-6E8A-4147-A177-3AD203B41FA5}">
                      <a16:colId xmlns:a16="http://schemas.microsoft.com/office/drawing/2014/main" val="1581312246"/>
                    </a:ext>
                  </a:extLst>
                </a:gridCol>
                <a:gridCol w="1384607">
                  <a:extLst>
                    <a:ext uri="{9D8B030D-6E8A-4147-A177-3AD203B41FA5}">
                      <a16:colId xmlns:a16="http://schemas.microsoft.com/office/drawing/2014/main" val="3356233027"/>
                    </a:ext>
                  </a:extLst>
                </a:gridCol>
                <a:gridCol w="1384607">
                  <a:extLst>
                    <a:ext uri="{9D8B030D-6E8A-4147-A177-3AD203B41FA5}">
                      <a16:colId xmlns:a16="http://schemas.microsoft.com/office/drawing/2014/main" val="4067438116"/>
                    </a:ext>
                  </a:extLst>
                </a:gridCol>
              </a:tblGrid>
              <a:tr h="9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Lato"/>
                          <a:ea typeface="Lato"/>
                          <a:cs typeface="Lato"/>
                        </a:rPr>
                        <a:t>Feature / Requirement</a:t>
                      </a:r>
                      <a:endParaRPr lang="en-US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Lato"/>
                          <a:ea typeface="Lato"/>
                          <a:cs typeface="Lato"/>
                        </a:rPr>
                        <a:t>Traditional Systems / PLF</a:t>
                      </a:r>
                      <a:endParaRPr lang="en-US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effectLst/>
                          <a:latin typeface="Lato"/>
                          <a:ea typeface="Lato"/>
                          <a:cs typeface="Lato"/>
                        </a:rPr>
                        <a:t>ADRS (Our Solution)</a:t>
                      </a:r>
                      <a:endParaRPr lang="en-US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344593"/>
                  </a:ext>
                </a:extLst>
              </a:tr>
              <a:tr h="66574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Lato"/>
                          <a:ea typeface="Lato"/>
                          <a:cs typeface="Lato"/>
                        </a:rPr>
                        <a:t>Accessibility</a:t>
                      </a:r>
                      <a:endParaRPr lang="en-US" sz="1600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Lato"/>
                          <a:ea typeface="Lato"/>
                          <a:cs typeface="Lato"/>
                        </a:rPr>
                        <a:t>Expensive 3D Sensors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effectLst/>
                          <a:latin typeface="Lato"/>
                          <a:ea typeface="Lato"/>
                          <a:cs typeface="Lato"/>
                        </a:rPr>
                        <a:t>Low-cost 2D Mobile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4372311"/>
                  </a:ext>
                </a:extLst>
              </a:tr>
              <a:tr h="9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Lato"/>
                          <a:ea typeface="Lato"/>
                          <a:cs typeface="Lato"/>
                        </a:rPr>
                        <a:t>AI Reliability</a:t>
                      </a:r>
                      <a:endParaRPr lang="en-US" sz="1600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Lato"/>
                          <a:ea typeface="Lato"/>
                          <a:cs typeface="Lato"/>
                        </a:rPr>
                        <a:t>Hallucinates on bad images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effectLst/>
                          <a:latin typeface="Lato"/>
                          <a:ea typeface="Lato"/>
                          <a:cs typeface="Lato"/>
                        </a:rPr>
                        <a:t>OOD Integrity-Gated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7405160"/>
                  </a:ext>
                </a:extLst>
              </a:tr>
              <a:tr h="9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Lato"/>
                          <a:ea typeface="Lato"/>
                          <a:cs typeface="Lato"/>
                        </a:rPr>
                        <a:t>Outbreak Tracking</a:t>
                      </a:r>
                      <a:endParaRPr lang="en-US" sz="1600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Lato"/>
                          <a:ea typeface="Lato"/>
                          <a:cs typeface="Lato"/>
                        </a:rPr>
                        <a:t>Retrospective / Static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effectLst/>
                          <a:latin typeface="Lato"/>
                          <a:ea typeface="Lato"/>
                          <a:cs typeface="Lato"/>
                        </a:rPr>
                        <a:t>Real-Time ST-DBSCAN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87891"/>
                  </a:ext>
                </a:extLst>
              </a:tr>
              <a:tr h="9496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1">
                          <a:effectLst/>
                          <a:latin typeface="Lato"/>
                          <a:ea typeface="Lato"/>
                          <a:cs typeface="Lato"/>
                        </a:rPr>
                        <a:t>Data Handling</a:t>
                      </a:r>
                      <a:endParaRPr lang="en-US" sz="1600">
                        <a:effectLst/>
                        <a:latin typeface="Lato"/>
                        <a:ea typeface="Lato"/>
                        <a:cs typeface="Lato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>
                          <a:effectLst/>
                          <a:latin typeface="Lato"/>
                          <a:ea typeface="Lato"/>
                          <a:cs typeface="Lato"/>
                        </a:rPr>
                        <a:t>Requires dense, clean data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600" b="0">
                          <a:effectLst/>
                          <a:latin typeface="Lato"/>
                          <a:ea typeface="Lato"/>
                          <a:cs typeface="Lato"/>
                        </a:rPr>
                        <a:t>Handles Zero-Heavy Data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35799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86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C1B583-43FF-2B26-64E7-6E09E89670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5" name="Google Shape;966;p31">
            <a:extLst>
              <a:ext uri="{FF2B5EF4-FFF2-40B4-BE49-F238E27FC236}">
                <a16:creationId xmlns:a16="http://schemas.microsoft.com/office/drawing/2014/main" id="{E8DE4914-054A-0C66-6B34-0CA9419FCEF1}"/>
              </a:ext>
            </a:extLst>
          </p:cNvPr>
          <p:cNvSpPr/>
          <p:nvPr/>
        </p:nvSpPr>
        <p:spPr>
          <a:xfrm rot="4500000">
            <a:off x="4600800" y="7200"/>
            <a:ext cx="5575320" cy="4866840"/>
          </a:xfrm>
          <a:custGeom>
            <a:avLst/>
            <a:gdLst>
              <a:gd name="textAreaLeft" fmla="*/ 0 w 5575320"/>
              <a:gd name="textAreaRight" fmla="*/ 5575680 w 5575320"/>
              <a:gd name="textAreaTop" fmla="*/ 0 h 4866840"/>
              <a:gd name="textAreaBottom" fmla="*/ 4867200 h 4866840"/>
            </a:gdLst>
            <a:ahLst/>
            <a:cxnLst/>
            <a:rect l="textAreaLeft" t="textAreaTop" r="textAreaRight" b="textAreaBottom"/>
            <a:pathLst>
              <a:path w="45721" h="44028">
                <a:moveTo>
                  <a:pt x="22493" y="0"/>
                </a:moveTo>
                <a:cubicBezTo>
                  <a:pt x="21088" y="0"/>
                  <a:pt x="19696" y="207"/>
                  <a:pt x="18384" y="686"/>
                </a:cubicBezTo>
                <a:cubicBezTo>
                  <a:pt x="16538" y="1365"/>
                  <a:pt x="14788" y="2674"/>
                  <a:pt x="13800" y="4401"/>
                </a:cubicBezTo>
                <a:cubicBezTo>
                  <a:pt x="12502" y="6663"/>
                  <a:pt x="12633" y="9461"/>
                  <a:pt x="11597" y="11842"/>
                </a:cubicBezTo>
                <a:cubicBezTo>
                  <a:pt x="10764" y="13771"/>
                  <a:pt x="8704" y="14926"/>
                  <a:pt x="7073" y="16116"/>
                </a:cubicBezTo>
                <a:cubicBezTo>
                  <a:pt x="4548" y="17962"/>
                  <a:pt x="2048" y="20141"/>
                  <a:pt x="1179" y="23260"/>
                </a:cubicBezTo>
                <a:cubicBezTo>
                  <a:pt x="0" y="27415"/>
                  <a:pt x="346" y="32368"/>
                  <a:pt x="2715" y="36071"/>
                </a:cubicBezTo>
                <a:cubicBezTo>
                  <a:pt x="4489" y="38834"/>
                  <a:pt x="7513" y="39655"/>
                  <a:pt x="10644" y="39715"/>
                </a:cubicBezTo>
                <a:cubicBezTo>
                  <a:pt x="10740" y="39716"/>
                  <a:pt x="10835" y="39717"/>
                  <a:pt x="10932" y="39717"/>
                </a:cubicBezTo>
                <a:cubicBezTo>
                  <a:pt x="12378" y="39717"/>
                  <a:pt x="13967" y="39555"/>
                  <a:pt x="15526" y="39555"/>
                </a:cubicBezTo>
                <a:cubicBezTo>
                  <a:pt x="17089" y="39555"/>
                  <a:pt x="18623" y="39718"/>
                  <a:pt x="19955" y="40369"/>
                </a:cubicBezTo>
                <a:cubicBezTo>
                  <a:pt x="23538" y="42115"/>
                  <a:pt x="27996" y="44028"/>
                  <a:pt x="32241" y="44028"/>
                </a:cubicBezTo>
                <a:cubicBezTo>
                  <a:pt x="33555" y="44028"/>
                  <a:pt x="34848" y="43845"/>
                  <a:pt x="36088" y="43417"/>
                </a:cubicBezTo>
                <a:cubicBezTo>
                  <a:pt x="41505" y="41548"/>
                  <a:pt x="44149" y="37905"/>
                  <a:pt x="44934" y="33178"/>
                </a:cubicBezTo>
                <a:cubicBezTo>
                  <a:pt x="45720" y="28463"/>
                  <a:pt x="43565" y="24534"/>
                  <a:pt x="42875" y="20796"/>
                </a:cubicBezTo>
                <a:cubicBezTo>
                  <a:pt x="42446" y="18438"/>
                  <a:pt x="42160" y="15819"/>
                  <a:pt x="41422" y="13473"/>
                </a:cubicBezTo>
                <a:cubicBezTo>
                  <a:pt x="41148" y="12580"/>
                  <a:pt x="40779" y="11711"/>
                  <a:pt x="40339" y="10890"/>
                </a:cubicBezTo>
                <a:cubicBezTo>
                  <a:pt x="38076" y="6675"/>
                  <a:pt x="34100" y="3496"/>
                  <a:pt x="29766" y="1615"/>
                </a:cubicBezTo>
                <a:cubicBezTo>
                  <a:pt x="27553" y="661"/>
                  <a:pt x="25002" y="0"/>
                  <a:pt x="22493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ctr">
            <a:no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1800" b="0" u="none" strike="noStrike">
              <a:solidFill>
                <a:srgbClr val="FFFFFF"/>
              </a:solidFill>
              <a:effectLst/>
              <a:uFillTx/>
              <a:latin typeface="OpenSymbol"/>
            </a:endParaRPr>
          </a:p>
        </p:txBody>
      </p:sp>
      <p:sp>
        <p:nvSpPr>
          <p:cNvPr id="856" name="PlaceHolder 1">
            <a:extLst>
              <a:ext uri="{FF2B5EF4-FFF2-40B4-BE49-F238E27FC236}">
                <a16:creationId xmlns:a16="http://schemas.microsoft.com/office/drawing/2014/main" id="{72ED167C-D8CC-7B66-D703-38388762F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166" y="645373"/>
            <a:ext cx="4332821" cy="97184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tabLst>
                <a:tab pos="0" algn="l"/>
              </a:tabLst>
            </a:pP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Solution</a:t>
            </a:r>
            <a:r>
              <a:rPr lang="en-US" sz="36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 </a:t>
            </a:r>
            <a:r>
              <a:rPr lang="en-US" sz="28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Overview</a:t>
            </a: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800" b="1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857" name="PlaceHolder 2">
            <a:extLst>
              <a:ext uri="{FF2B5EF4-FFF2-40B4-BE49-F238E27FC236}">
                <a16:creationId xmlns:a16="http://schemas.microsoft.com/office/drawing/2014/main" id="{E911BCB4-8CB5-C810-80D2-D3E6261E3629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396217" y="1622676"/>
            <a:ext cx="3740181" cy="2217203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>
              <a:tabLst>
                <a:tab pos="0" algn="l"/>
              </a:tabLst>
            </a:pPr>
            <a:r>
              <a:rPr lang="en-US" sz="13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Step 1 - Mobile Triage:</a:t>
            </a: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</a:rPr>
              <a:t> Fuses 2D farm images, logs, and weather (THI) to flag early health risks.</a:t>
            </a:r>
          </a:p>
          <a:p>
            <a:pPr>
              <a:tabLst>
                <a:tab pos="0" algn="l"/>
              </a:tabLst>
            </a:pPr>
            <a:endParaRPr lang="en-US" sz="13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r>
              <a:rPr lang="en-US" sz="13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Step 2 - AI Verification:</a:t>
            </a: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</a:rPr>
              <a:t> Integrity-gated models reject bad images and detect overlapping diseases (comorbidities).</a:t>
            </a:r>
          </a:p>
          <a:p>
            <a:pPr>
              <a:tabLst>
                <a:tab pos="0" algn="l"/>
              </a:tabLst>
            </a:pPr>
            <a:endParaRPr lang="en-US" sz="13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r>
              <a:rPr lang="en-US" sz="13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Step 3 - Live Spatial Mapping:</a:t>
            </a: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</a:rPr>
              <a:t> Plots active outbreak clusters and predicts physical spread trajectories.</a:t>
            </a:r>
          </a:p>
          <a:p>
            <a:pPr>
              <a:tabLst>
                <a:tab pos="0" algn="l"/>
              </a:tabLst>
            </a:pPr>
            <a:endParaRPr lang="en-US" sz="13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>
              <a:tabLst>
                <a:tab pos="0" algn="l"/>
              </a:tabLst>
            </a:pPr>
            <a:r>
              <a:rPr lang="en-US" sz="13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Step 4 - Climate Forecasting:</a:t>
            </a:r>
            <a:r>
              <a:rPr lang="en-US" sz="1300">
                <a:solidFill>
                  <a:schemeClr val="dk1"/>
                </a:solidFill>
                <a:latin typeface="Lato"/>
                <a:ea typeface="Lato"/>
                <a:cs typeface="Lato"/>
              </a:rPr>
              <a:t> Fuses case data with climate APIs for district-level risk alerts on a unified dashboard.</a:t>
            </a:r>
          </a:p>
          <a:p>
            <a:pPr>
              <a:buFont typeface="Arial"/>
              <a:buChar char="•"/>
              <a:tabLst>
                <a:tab pos="0" algn="l"/>
              </a:tabLst>
            </a:pPr>
            <a:endParaRPr lang="en-US" sz="1300" b="0" u="none" strike="noStrike">
              <a:solidFill>
                <a:schemeClr val="dk1"/>
              </a:solidFill>
              <a:effectLst/>
              <a:uFillTx/>
              <a:latin typeface="Lato"/>
              <a:ea typeface="Lato"/>
              <a:cs typeface="Lato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7F51C8D-5DC6-48FE-A84A-5622368DB3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128" y="1379307"/>
            <a:ext cx="4822903" cy="255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409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BB3A76-F2EB-5940-0550-8FBC73D2D5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222" y="565446"/>
            <a:ext cx="7288003" cy="528439"/>
          </a:xfrm>
        </p:spPr>
        <p:txBody>
          <a:bodyPr/>
          <a:lstStyle/>
          <a:p>
            <a:r>
              <a:rPr lang="en-US" sz="2400" b="1">
                <a:latin typeface="-webkit-standard"/>
              </a:rPr>
              <a:t>AI-Driven Wellness and Management Standardization</a:t>
            </a:r>
            <a:endParaRPr lang="en-US" sz="2400" b="1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79B8EB-3ECA-52AD-6EC6-DE96594DEBC6}"/>
              </a:ext>
            </a:extLst>
          </p:cNvPr>
          <p:cNvSpPr txBox="1"/>
          <p:nvPr/>
        </p:nvSpPr>
        <p:spPr>
          <a:xfrm>
            <a:off x="2549536" y="170474"/>
            <a:ext cx="40431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>
                <a:cs typeface="Arial"/>
              </a:rPr>
              <a:t>IT22194558 | W.M.P.J </a:t>
            </a:r>
            <a:r>
              <a:rPr lang="en-US" sz="2000" err="1">
                <a:cs typeface="Arial"/>
              </a:rPr>
              <a:t>Wijenayake</a:t>
            </a:r>
            <a:endParaRPr lang="en-US" sz="2000">
              <a:cs typeface="Arial"/>
            </a:endParaRPr>
          </a:p>
        </p:txBody>
      </p:sp>
      <p:pic>
        <p:nvPicPr>
          <p:cNvPr id="9" name="Picture 8" descr="A diagram of a cow&#10;&#10;AI-generated content may be incorrect.">
            <a:extLst>
              <a:ext uri="{FF2B5EF4-FFF2-40B4-BE49-F238E27FC236}">
                <a16:creationId xmlns:a16="http://schemas.microsoft.com/office/drawing/2014/main" id="{8B637468-F0F3-A113-03A7-AD43E24F35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683" y="944217"/>
            <a:ext cx="8147600" cy="3791777"/>
          </a:xfrm>
          <a:prstGeom prst="rect">
            <a:avLst/>
          </a:prstGeom>
        </p:spPr>
      </p:pic>
      <p:pic>
        <p:nvPicPr>
          <p:cNvPr id="7" name="Picture 6" descr="A person in a suit and tie&#10;&#10;AI-generated content may be incorrect.">
            <a:extLst>
              <a:ext uri="{FF2B5EF4-FFF2-40B4-BE49-F238E27FC236}">
                <a16:creationId xmlns:a16="http://schemas.microsoft.com/office/drawing/2014/main" id="{59CC1AF1-5307-FB92-69B9-C224112EEE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8496" r="386" b="-389"/>
          <a:stretch>
            <a:fillRect/>
          </a:stretch>
        </p:blipFill>
        <p:spPr>
          <a:xfrm>
            <a:off x="7860756" y="-15730"/>
            <a:ext cx="1279385" cy="11782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361ADA-0CA7-76B9-BB1E-4EB9E4770E91}"/>
              </a:ext>
            </a:extLst>
          </p:cNvPr>
          <p:cNvSpPr txBox="1"/>
          <p:nvPr/>
        </p:nvSpPr>
        <p:spPr>
          <a:xfrm>
            <a:off x="735496" y="4822963"/>
            <a:ext cx="6818243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</a:t>
            </a:r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  W.M.P.J </a:t>
            </a:r>
            <a:r>
              <a:rPr lang="en-US" sz="1600" err="1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Wijenayake</a:t>
            </a:r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</a:t>
            </a:r>
            <a:r>
              <a:rPr lang="en-US" sz="1600" b="1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>
                <a:solidFill>
                  <a:srgbClr val="000000"/>
                </a:solidFill>
                <a:latin typeface="Times New Roman"/>
                <a:ea typeface="Segoe UI"/>
                <a:cs typeface="Times New Roman"/>
              </a:rPr>
              <a:t>R26-SE-013</a:t>
            </a:r>
            <a:endParaRPr lang="en-US"/>
          </a:p>
          <a:p>
            <a:pPr algn="ctr" rtl="0"/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/>
            <a:endParaRPr lang="en-US" sz="16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383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DFB1637-884F-E22B-6BD3-953B347B4C79}"/>
              </a:ext>
            </a:extLst>
          </p:cNvPr>
          <p:cNvSpPr/>
          <p:nvPr/>
        </p:nvSpPr>
        <p:spPr>
          <a:xfrm>
            <a:off x="6585857" y="172357"/>
            <a:ext cx="2413000" cy="4082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A9FF1A-AC92-BB4C-A710-1CC45BC78DAC}"/>
              </a:ext>
            </a:extLst>
          </p:cNvPr>
          <p:cNvSpPr txBox="1"/>
          <p:nvPr/>
        </p:nvSpPr>
        <p:spPr>
          <a:xfrm>
            <a:off x="995129" y="4805795"/>
            <a:ext cx="4572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Wijenayake</a:t>
            </a:r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4" name="Picture 3" descr="A diagram of a cow&#10;&#10;AI-generated content may be incorrect.">
            <a:extLst>
              <a:ext uri="{FF2B5EF4-FFF2-40B4-BE49-F238E27FC236}">
                <a16:creationId xmlns:a16="http://schemas.microsoft.com/office/drawing/2014/main" id="{BC9AC645-C8E7-A6DB-CB65-C0C8E229A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847" y="959161"/>
            <a:ext cx="3866618" cy="291345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>
              <a:rot lat="300000" lon="19800000" rev="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76B14B-16EB-C736-6316-2D2DA85526F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038067" y="787844"/>
            <a:ext cx="4648373" cy="3846204"/>
          </a:xfrm>
        </p:spPr>
        <p:txBody>
          <a:bodyPr lIns="91440" tIns="91440" rIns="91440" bIns="91440" anchor="t">
            <a:noAutofit/>
          </a:bodyPr>
          <a:lstStyle/>
          <a:p>
            <a:endParaRPr lang="en-US" sz="1600">
              <a:cs typeface="Arial"/>
            </a:endParaRPr>
          </a:p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Contribution: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 Serves as "Tier 1: Wellness Triage" for the ADRS, shifting dairy healthcare from reactive to proactive.</a:t>
            </a:r>
            <a:endParaRPr lang="en-US" sz="1800">
              <a:cs typeface="Arial"/>
            </a:endParaRPr>
          </a:p>
          <a:p>
            <a:endParaRPr lang="en-US" sz="1800">
              <a:solidFill>
                <a:srgbClr val="000000"/>
              </a:solidFill>
              <a:ea typeface="+mn-lt"/>
              <a:cs typeface="+mn-lt"/>
            </a:endParaRPr>
          </a:p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Problem Definition: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 Reactive healthcare in tropical dairy farms leads to delayed treatments and a 20-30% loss in potential milk yield. Existing PLF systems lack tropical context and require unaffordable 3D sensors </a:t>
            </a:r>
            <a:r>
              <a:rPr lang="en-US" sz="1600">
                <a:solidFill>
                  <a:srgbClr val="000000"/>
                </a:solidFill>
                <a:ea typeface="+mn-lt"/>
                <a:cs typeface="+mn-lt"/>
              </a:rPr>
              <a:t>.</a:t>
            </a:r>
            <a:endParaRPr lang="en-US" sz="1600">
              <a:cs typeface="Arial"/>
            </a:endParaRPr>
          </a:p>
          <a:p>
            <a:endParaRPr lang="en-US" sz="1600">
              <a:solidFill>
                <a:srgbClr val="000000"/>
              </a:solidFill>
              <a:cs typeface="Arial"/>
            </a:endParaRPr>
          </a:p>
          <a:p>
            <a:endParaRPr lang="en-US" sz="1600"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16748F-683A-23D2-CD05-EAC052102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989" y="213163"/>
            <a:ext cx="7675664" cy="572400"/>
          </a:xfrm>
        </p:spPr>
        <p:txBody>
          <a:bodyPr/>
          <a:lstStyle/>
          <a:p>
            <a:r>
              <a:rPr lang="en-US" sz="2400" b="1">
                <a:latin typeface="Cambria"/>
                <a:ea typeface="Cambria"/>
              </a:rPr>
              <a:t>AI-Driven Wellness and Management Standardization</a:t>
            </a:r>
            <a:endParaRPr lang="en-US" sz="2400">
              <a:latin typeface="Cambria"/>
              <a:ea typeface="Cambria"/>
            </a:endParaRPr>
          </a:p>
          <a:p>
            <a:endParaRPr lang="en-US">
              <a:latin typeface="Cambria"/>
              <a:ea typeface="Cambri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97629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89928-AE5D-2893-BECB-6C0090956E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b="1">
                <a:latin typeface="Cambria"/>
                <a:ea typeface="Cambria"/>
              </a:rPr>
              <a:t>AI-Driven Wellness and Management Standardization</a:t>
            </a:r>
            <a:endParaRPr lang="en-US" sz="2400">
              <a:latin typeface="Cambria"/>
              <a:ea typeface="Cambria"/>
            </a:endParaRPr>
          </a:p>
          <a:p>
            <a:endParaRPr lang="en-US">
              <a:latin typeface="Cambria"/>
              <a:ea typeface="Cambria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D34BD9C-8607-C783-0D1D-EEB78894DBB0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457200" y="1203480"/>
            <a:ext cx="4269150" cy="2982960"/>
          </a:xfrm>
        </p:spPr>
        <p:txBody>
          <a:bodyPr/>
          <a:lstStyle/>
          <a:p>
            <a:pPr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cs typeface="Arial"/>
              </a:rPr>
              <a:t>Research Objectives:</a:t>
            </a:r>
            <a:r>
              <a:rPr lang="en-US" sz="1800">
                <a:solidFill>
                  <a:srgbClr val="000000"/>
                </a:solidFill>
                <a:cs typeface="Arial"/>
              </a:rPr>
              <a:t> To develop a lightweight YOLOv8 BCS estimator and an Explainable Prescriptive Engine using Grad-CAM heatmaps to provide actionable non-medical guidance.</a:t>
            </a:r>
            <a:endParaRPr lang="en-US" sz="1800">
              <a:cs typeface="Arial"/>
            </a:endParaRPr>
          </a:p>
          <a:p>
            <a:pPr>
              <a:spcBef>
                <a:spcPct val="0"/>
              </a:spcBef>
            </a:pPr>
            <a:endParaRPr lang="en-US" sz="1800">
              <a:solidFill>
                <a:srgbClr val="000000"/>
              </a:solidFill>
              <a:cs typeface="Arial"/>
            </a:endParaRPr>
          </a:p>
          <a:p>
            <a:pPr>
              <a:spcBef>
                <a:spcPct val="0"/>
              </a:spcBef>
            </a:pPr>
            <a:r>
              <a:rPr lang="en-US" sz="1800" b="1">
                <a:solidFill>
                  <a:srgbClr val="000000"/>
                </a:solidFill>
                <a:cs typeface="Arial"/>
              </a:rPr>
              <a:t>Novelty:</a:t>
            </a:r>
            <a:r>
              <a:rPr lang="en-US" sz="1800">
                <a:solidFill>
                  <a:srgbClr val="000000"/>
                </a:solidFill>
                <a:cs typeface="Arial"/>
              </a:rPr>
              <a:t> Introduces a "Dual-Trigger" triage logic (Manual &amp; Anomaly-driven) and Context-Aware Multi-modal Fusion (combining 2D visuals + 7-day logs + THI) </a:t>
            </a:r>
            <a:endParaRPr lang="en-US" sz="1800">
              <a:cs typeface="Arial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08A2260-4120-6CA6-A3A3-259B7B4B52FA}"/>
              </a:ext>
            </a:extLst>
          </p:cNvPr>
          <p:cNvSpPr/>
          <p:nvPr/>
        </p:nvSpPr>
        <p:spPr>
          <a:xfrm>
            <a:off x="6585857" y="172357"/>
            <a:ext cx="2413000" cy="4082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 descr="A person taking a picture of a cow&#10;&#10;AI-generated content may be incorrect.">
            <a:extLst>
              <a:ext uri="{FF2B5EF4-FFF2-40B4-BE49-F238E27FC236}">
                <a16:creationId xmlns:a16="http://schemas.microsoft.com/office/drawing/2014/main" id="{EE51B366-C951-5284-7B9E-88EAEDA2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107" y="1104376"/>
            <a:ext cx="3968198" cy="2937013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14EAFEA-4DF1-45E1-8384-B9708F0F890E}"/>
              </a:ext>
            </a:extLst>
          </p:cNvPr>
          <p:cNvSpPr txBox="1"/>
          <p:nvPr/>
        </p:nvSpPr>
        <p:spPr>
          <a:xfrm>
            <a:off x="890868" y="4845143"/>
            <a:ext cx="45720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Wijenayake</a:t>
            </a:r>
            <a:r>
              <a:rPr lang="en-US" sz="1600" b="1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600" b="0" i="0" u="none" strike="noStrike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​​</a:t>
            </a:r>
            <a:r>
              <a:rPr lang="en-US" sz="1600" b="0" i="0" u="none" strike="noStrike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="0" i="0" u="none" strike="noStrike" baseline="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  <a:r>
              <a:rPr lang="en-US" sz="1600" b="0" i="0" u="none" strike="noStrike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 u="none" strike="noStrike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893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D9875FD-4E8D-4FFF-09FD-E82B4850026D}"/>
              </a:ext>
            </a:extLst>
          </p:cNvPr>
          <p:cNvSpPr/>
          <p:nvPr/>
        </p:nvSpPr>
        <p:spPr>
          <a:xfrm>
            <a:off x="6585857" y="172357"/>
            <a:ext cx="2413000" cy="4082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5935E0-E439-AE38-81D4-5F6EA43A0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798" y="91975"/>
            <a:ext cx="7703640" cy="572400"/>
          </a:xfrm>
        </p:spPr>
        <p:txBody>
          <a:bodyPr/>
          <a:lstStyle/>
          <a:p>
            <a:r>
              <a:rPr lang="en-US" sz="2400" b="1">
                <a:latin typeface="Cambria"/>
                <a:ea typeface="Cambria"/>
              </a:rPr>
              <a:t>AI-Driven Wellness and Management Standardization</a:t>
            </a:r>
            <a:endParaRPr lang="en-US" sz="2400">
              <a:latin typeface="Cambria"/>
              <a:ea typeface="Cambria"/>
            </a:endParaRPr>
          </a:p>
          <a:p>
            <a:endParaRPr lang="en-US">
              <a:latin typeface="Cambria"/>
              <a:ea typeface="Cambria"/>
            </a:endParaRPr>
          </a:p>
          <a:p>
            <a:endParaRPr lang="en-US">
              <a:cs typeface="Arial"/>
            </a:endParaRPr>
          </a:p>
        </p:txBody>
      </p:sp>
      <p:pic>
        <p:nvPicPr>
          <p:cNvPr id="6" name="Picture 5" descr="A diagram of a cloud computing system&#10;&#10;AI-generated content may be incorrect.">
            <a:extLst>
              <a:ext uri="{FF2B5EF4-FFF2-40B4-BE49-F238E27FC236}">
                <a16:creationId xmlns:a16="http://schemas.microsoft.com/office/drawing/2014/main" id="{96231152-1936-B780-7537-AA4D452286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3348" r="2704" b="8934"/>
          <a:stretch>
            <a:fillRect/>
          </a:stretch>
        </p:blipFill>
        <p:spPr>
          <a:xfrm>
            <a:off x="626128" y="1283965"/>
            <a:ext cx="7882779" cy="30337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A5E3BEF-4139-B974-A23E-1D0C714C61DE}"/>
              </a:ext>
            </a:extLst>
          </p:cNvPr>
          <p:cNvSpPr txBox="1"/>
          <p:nvPr/>
        </p:nvSpPr>
        <p:spPr>
          <a:xfrm>
            <a:off x="3819804" y="789420"/>
            <a:ext cx="150137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solidFill>
                  <a:schemeClr val="accent3">
                    <a:lumMod val="49000"/>
                  </a:schemeClr>
                </a:solidFill>
                <a:cs typeface="Arial"/>
              </a:rPr>
              <a:t>Work Flow</a:t>
            </a:r>
            <a:endParaRPr lang="en-US" sz="2000" b="1">
              <a:solidFill>
                <a:schemeClr val="accent3">
                  <a:lumMod val="49000"/>
                </a:schemeClr>
              </a:solidFill>
              <a:latin typeface="Arial"/>
              <a:ea typeface="Cambria"/>
              <a:cs typeface="Arial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07C502-0F1A-0FF1-E890-E1A12D8AF7AE}"/>
              </a:ext>
            </a:extLst>
          </p:cNvPr>
          <p:cNvSpPr txBox="1"/>
          <p:nvPr/>
        </p:nvSpPr>
        <p:spPr>
          <a:xfrm>
            <a:off x="937092" y="4836739"/>
            <a:ext cx="4572000" cy="166199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Wijenayake</a:t>
            </a:r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 baseline="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​​</a:t>
            </a:r>
            <a:r>
              <a:rPr lang="en-US" sz="160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​​​</a:t>
            </a:r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aseline="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​​</a:t>
            </a:r>
            <a:r>
              <a:rPr lang="en-US" sz="16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aseline="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  <a:r>
              <a:rPr lang="en-US" sz="18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58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EB7A-2E50-11BB-15DC-43AAEB242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7818" y="397002"/>
            <a:ext cx="7288004" cy="572400"/>
          </a:xfrm>
        </p:spPr>
        <p:txBody>
          <a:bodyPr/>
          <a:lstStyle/>
          <a:p>
            <a:r>
              <a:rPr lang="en-US" sz="2400" b="1">
                <a:latin typeface="-webkit-standard"/>
              </a:rPr>
              <a:t>AI-Driven Wellness and Management Standardization</a:t>
            </a:r>
            <a:endParaRPr lang="en-US" sz="2400">
              <a:latin typeface="-webkit-standard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B5F2E8-BDC4-6634-A73B-A304A2797605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74963" y="967654"/>
            <a:ext cx="5429023" cy="3618404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/>
              <a:buChar char="•"/>
            </a:pPr>
            <a:endParaRPr lang="en-US" sz="1600">
              <a:solidFill>
                <a:srgbClr val="000000"/>
              </a:solidFill>
              <a:ea typeface="+mj-lt"/>
              <a:cs typeface="+mj-lt"/>
            </a:endParaRPr>
          </a:p>
          <a:p>
            <a:r>
              <a:rPr lang="en-US" sz="1800" b="1">
                <a:solidFill>
                  <a:srgbClr val="000000"/>
                </a:solidFill>
                <a:latin typeface="Cambria"/>
                <a:ea typeface="Cambria"/>
                <a:cs typeface="+mj-lt"/>
              </a:rPr>
              <a:t>Domain Knowledge &amp; Technologies</a:t>
            </a:r>
            <a:endParaRPr lang="en-US" sz="1800" b="1">
              <a:solidFill>
                <a:srgbClr val="35363B"/>
              </a:solidFill>
              <a:latin typeface="Cambria"/>
              <a:ea typeface="Cambria"/>
              <a:cs typeface="+mj-lt"/>
            </a:endParaRPr>
          </a:p>
          <a:p>
            <a:endParaRPr lang="en-US" sz="1800" b="1">
              <a:solidFill>
                <a:srgbClr val="000000"/>
              </a:solidFill>
              <a:latin typeface="Cambria"/>
              <a:ea typeface="Cambria"/>
              <a:cs typeface="+mj-lt"/>
            </a:endParaRPr>
          </a:p>
          <a:p>
            <a:r>
              <a:rPr lang="en-US" sz="1600" b="1">
                <a:solidFill>
                  <a:srgbClr val="000000"/>
                </a:solidFill>
                <a:ea typeface="+mj-lt"/>
                <a:cs typeface="+mj-lt"/>
              </a:rPr>
              <a:t>Research Methodology:</a:t>
            </a:r>
            <a:r>
              <a:rPr lang="en-US" sz="1600">
                <a:solidFill>
                  <a:srgbClr val="000000"/>
                </a:solidFill>
                <a:ea typeface="+mj-lt"/>
                <a:cs typeface="+mj-lt"/>
              </a:rPr>
              <a:t> * </a:t>
            </a:r>
            <a:r>
              <a:rPr lang="en-US" sz="1600" b="1">
                <a:solidFill>
                  <a:srgbClr val="000000"/>
                </a:solidFill>
                <a:ea typeface="+mj-lt"/>
                <a:cs typeface="+mj-lt"/>
              </a:rPr>
              <a:t>Domain:</a:t>
            </a:r>
            <a:r>
              <a:rPr lang="en-US" sz="1600">
                <a:solidFill>
                  <a:srgbClr val="000000"/>
                </a:solidFill>
                <a:ea typeface="+mj-lt"/>
                <a:cs typeface="+mj-lt"/>
              </a:rPr>
              <a:t> Software Engineering.</a:t>
            </a:r>
            <a:endParaRPr lang="en-US" sz="1600"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Method:</a:t>
            </a:r>
            <a:r>
              <a:rPr lang="en-US" sz="160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 Design Science Research (DSR) with Agile Scrum sprints.</a:t>
            </a:r>
            <a:endParaRPr lang="en-US" sz="1600">
              <a:latin typeface="+mj-lt"/>
              <a:ea typeface="+mj-lt"/>
              <a:cs typeface="+mj-lt"/>
            </a:endParaRPr>
          </a:p>
          <a:p>
            <a:r>
              <a:rPr lang="en-US" sz="1600" b="1">
                <a:solidFill>
                  <a:srgbClr val="000000"/>
                </a:solidFill>
                <a:ea typeface="+mj-lt"/>
                <a:cs typeface="+mj-lt"/>
              </a:rPr>
              <a:t>Latest Technologies:</a:t>
            </a:r>
            <a:endParaRPr lang="en-US" sz="1600"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Architecture:</a:t>
            </a:r>
            <a:r>
              <a:rPr lang="en-US" sz="160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 Decoupled React.js (Frontend) + </a:t>
            </a:r>
            <a:r>
              <a:rPr lang="en-US" sz="1600" err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FastAPI</a:t>
            </a:r>
            <a:r>
              <a:rPr lang="en-US" sz="160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 on Microsoft Azure (Backend) for scalable CI/CD.</a:t>
            </a:r>
            <a:endParaRPr lang="en-US" sz="1600">
              <a:latin typeface="+mj-lt"/>
              <a:ea typeface="+mj-lt"/>
              <a:cs typeface="+mj-lt"/>
            </a:endParaRPr>
          </a:p>
          <a:p>
            <a:pPr marL="285750" lvl="1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latin typeface="+mj-lt"/>
                <a:ea typeface="+mj-lt"/>
                <a:cs typeface="+mj-lt"/>
              </a:rPr>
              <a:t> Computer Vision:</a:t>
            </a:r>
            <a:r>
              <a:rPr lang="en-US" sz="1600">
                <a:solidFill>
                  <a:srgbClr val="000000"/>
                </a:solidFill>
                <a:latin typeface="+mj-lt"/>
                <a:ea typeface="+mj-lt"/>
                <a:cs typeface="+mj-lt"/>
              </a:rPr>
              <a:t> YOLOv8 (Segmentation) &amp; CNN-Regression (BCS).</a:t>
            </a:r>
            <a:endParaRPr lang="en-US" sz="1600"/>
          </a:p>
          <a:p>
            <a:pPr marL="285750" indent="-285750">
              <a:buFont typeface="Arial"/>
              <a:buChar char="•"/>
            </a:pPr>
            <a:r>
              <a:rPr lang="en-US" sz="1600" b="1">
                <a:solidFill>
                  <a:srgbClr val="000000"/>
                </a:solidFill>
                <a:ea typeface="+mj-lt"/>
                <a:cs typeface="+mj-lt"/>
              </a:rPr>
              <a:t>Deep Learning:</a:t>
            </a:r>
            <a:r>
              <a:rPr lang="en-US" sz="1600">
                <a:solidFill>
                  <a:srgbClr val="000000"/>
                </a:solidFill>
                <a:ea typeface="+mj-lt"/>
                <a:cs typeface="+mj-lt"/>
              </a:rPr>
              <a:t> Late-Fusion Neural Networks (</a:t>
            </a:r>
            <a:r>
              <a:rPr lang="en-US" sz="1600" err="1">
                <a:solidFill>
                  <a:srgbClr val="000000"/>
                </a:solidFill>
                <a:ea typeface="+mj-lt"/>
                <a:cs typeface="+mj-lt"/>
              </a:rPr>
              <a:t>PyTorch</a:t>
            </a:r>
            <a:r>
              <a:rPr lang="en-US" sz="1600">
                <a:solidFill>
                  <a:srgbClr val="000000"/>
                </a:solidFill>
                <a:ea typeface="+mj-lt"/>
                <a:cs typeface="+mj-lt"/>
              </a:rPr>
              <a:t>).</a:t>
            </a:r>
            <a:endParaRPr lang="en-US" sz="1600">
              <a:cs typeface="Arial"/>
            </a:endParaRPr>
          </a:p>
        </p:txBody>
      </p:sp>
      <p:pic>
        <p:nvPicPr>
          <p:cNvPr id="4" name="Picture 3" descr="A cellphone connected to a cloud server&#10;&#10;AI-generated content may be incorrect.">
            <a:extLst>
              <a:ext uri="{FF2B5EF4-FFF2-40B4-BE49-F238E27FC236}">
                <a16:creationId xmlns:a16="http://schemas.microsoft.com/office/drawing/2014/main" id="{8FC34EBD-2F7E-8581-415D-DEBC466033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2548" y="1075377"/>
            <a:ext cx="2784929" cy="278492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A6B4E1B-2DA7-9EE5-C4F1-F292CD7D568F}"/>
              </a:ext>
            </a:extLst>
          </p:cNvPr>
          <p:cNvSpPr txBox="1"/>
          <p:nvPr/>
        </p:nvSpPr>
        <p:spPr>
          <a:xfrm>
            <a:off x="929309" y="4837872"/>
            <a:ext cx="4572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Wijenayake</a:t>
            </a:r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5" name="Picture 4" descr="A diagram of a brain&#10;&#10;AI-generated content may be incorrect.">
            <a:extLst>
              <a:ext uri="{FF2B5EF4-FFF2-40B4-BE49-F238E27FC236}">
                <a16:creationId xmlns:a16="http://schemas.microsoft.com/office/drawing/2014/main" id="{7AA843FC-9C49-7C46-1DA9-753B56153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420000">
            <a:off x="6864116" y="3178562"/>
            <a:ext cx="2194067" cy="1584241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16841684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77995FF9-AD7D-7A3F-6FAE-4696F1822C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9454" y="379684"/>
            <a:ext cx="4424732" cy="555082"/>
          </a:xfrm>
        </p:spPr>
        <p:txBody>
          <a:bodyPr/>
          <a:lstStyle/>
          <a:p>
            <a:r>
              <a:rPr lang="en-US" sz="2400" b="1">
                <a:latin typeface="-webkit-standard"/>
              </a:rPr>
              <a:t>Validation and Data Security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33F0FA1-24C1-0A0C-5E1B-0D1A34990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792" y="934706"/>
            <a:ext cx="4705124" cy="4085543"/>
          </a:xfrm>
        </p:spPr>
        <p:txBody>
          <a:bodyPr>
            <a:normAutofit/>
          </a:bodyPr>
          <a:lstStyle/>
          <a:p>
            <a:endParaRPr lang="en-US" sz="1500">
              <a:solidFill>
                <a:srgbClr val="000000"/>
              </a:solidFill>
              <a:cs typeface="Arial"/>
            </a:endParaRPr>
          </a:p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Validation: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 Evaluated via Baseline Comparison (Multi-modal vs. Visual-only). Metrics include RMSE (BCS accuracy) and Confusion Matrix (overall triage F1-Score) .</a:t>
            </a:r>
            <a:br>
              <a:rPr lang="en-US" sz="1800">
                <a:solidFill>
                  <a:srgbClr val="000000"/>
                </a:solidFill>
                <a:ea typeface="+mn-lt"/>
                <a:cs typeface="+mn-lt"/>
              </a:rPr>
            </a:br>
            <a:endParaRPr lang="en-US" sz="1800">
              <a:cs typeface="Arial"/>
            </a:endParaRPr>
          </a:p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Data &amp; Security:</a:t>
            </a:r>
            <a:r>
              <a:rPr lang="en-US" sz="1800">
                <a:solidFill>
                  <a:srgbClr val="000000"/>
                </a:solidFill>
                <a:ea typeface="+mn-lt"/>
                <a:cs typeface="+mn-lt"/>
              </a:rPr>
              <a:t> Hybrid dataset (Primary field 2D images + Mendeley). Securely stored using HTTPS, JWT, and Azure </a:t>
            </a:r>
            <a:endParaRPr lang="en-US" sz="1800">
              <a:cs typeface="Arial"/>
            </a:endParaRPr>
          </a:p>
          <a:p>
            <a:pPr marL="0" indent="0">
              <a:buNone/>
            </a:pPr>
            <a:endParaRPr lang="en-US" sz="1500">
              <a:cs typeface="Arial"/>
            </a:endParaRPr>
          </a:p>
        </p:txBody>
      </p:sp>
      <p:pic>
        <p:nvPicPr>
          <p:cNvPr id="18" name="Picture 17" descr="A diagram of a brain&#10;&#10;AI-generated content may be incorrect.">
            <a:extLst>
              <a:ext uri="{FF2B5EF4-FFF2-40B4-BE49-F238E27FC236}">
                <a16:creationId xmlns:a16="http://schemas.microsoft.com/office/drawing/2014/main" id="{50B4CE80-E3E0-1928-8EDA-A418D08C4E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4074" y="1369637"/>
            <a:ext cx="3610859" cy="262580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ECBC09F-09BB-3A8C-6E01-ED9DFD9DD724}"/>
              </a:ext>
            </a:extLst>
          </p:cNvPr>
          <p:cNvSpPr txBox="1"/>
          <p:nvPr/>
        </p:nvSpPr>
        <p:spPr>
          <a:xfrm>
            <a:off x="929309" y="4837872"/>
            <a:ext cx="4572000" cy="11079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rtl="0"/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</a:t>
            </a:r>
            <a:r>
              <a:rPr lang="en-US" sz="1600" baseline="0" err="1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Wijenayake</a:t>
            </a:r>
            <a:r>
              <a:rPr lang="en-US" sz="1600" b="1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  <a:r>
              <a:rPr lang="en-US" sz="160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9547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569A5B-C8F5-C6F8-4EB6-B4065046E1BF}"/>
              </a:ext>
            </a:extLst>
          </p:cNvPr>
          <p:cNvSpPr/>
          <p:nvPr/>
        </p:nvSpPr>
        <p:spPr>
          <a:xfrm>
            <a:off x="6585857" y="172357"/>
            <a:ext cx="2413000" cy="408214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BD7B8-AD3D-28E4-FE05-716CC5A5C2B7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296388" y="3198783"/>
            <a:ext cx="6363002" cy="1363708"/>
          </a:xfrm>
        </p:spPr>
        <p:txBody>
          <a:bodyPr>
            <a:normAutofit/>
          </a:bodyPr>
          <a:lstStyle/>
          <a:p>
            <a:endParaRPr lang="en-US" sz="1600" b="1">
              <a:solidFill>
                <a:srgbClr val="000000"/>
              </a:solidFill>
              <a:cs typeface="Arial"/>
            </a:endParaRPr>
          </a:p>
          <a:p>
            <a:r>
              <a:rPr lang="en-US" sz="1800" b="1">
                <a:solidFill>
                  <a:srgbClr val="000000"/>
                </a:solidFill>
                <a:ea typeface="+mn-lt"/>
                <a:cs typeface="+mn-lt"/>
              </a:rPr>
              <a:t>Dependencies:</a:t>
            </a:r>
            <a:endParaRPr lang="en-US" sz="1800"/>
          </a:p>
          <a:p>
            <a:r>
              <a:rPr lang="en-US" sz="1500">
                <a:solidFill>
                  <a:srgbClr val="000000"/>
                </a:solidFill>
                <a:ea typeface="+mn-lt"/>
                <a:cs typeface="+mn-lt"/>
              </a:rPr>
              <a:t>Requires </a:t>
            </a:r>
            <a:r>
              <a:rPr lang="en-US" sz="1500" err="1">
                <a:solidFill>
                  <a:srgbClr val="000000"/>
                </a:solidFill>
                <a:ea typeface="+mn-lt"/>
                <a:cs typeface="+mn-lt"/>
              </a:rPr>
              <a:t>OpenWeatherMap</a:t>
            </a:r>
            <a:r>
              <a:rPr lang="en-US" sz="1500">
                <a:solidFill>
                  <a:srgbClr val="000000"/>
                </a:solidFill>
                <a:ea typeface="+mn-lt"/>
                <a:cs typeface="+mn-lt"/>
              </a:rPr>
              <a:t> API for THI.</a:t>
            </a:r>
            <a:endParaRPr lang="en-US" sz="1500">
              <a:cs typeface="Arial"/>
            </a:endParaRPr>
          </a:p>
          <a:p>
            <a:r>
              <a:rPr lang="en-US" sz="1500">
                <a:solidFill>
                  <a:srgbClr val="000000"/>
                </a:solidFill>
                <a:ea typeface="+mn-lt"/>
                <a:cs typeface="+mn-lt"/>
              </a:rPr>
              <a:t>Feeds validated diagnostic payloads to the central ADRS database.</a:t>
            </a:r>
            <a:endParaRPr lang="en-US" sz="1500"/>
          </a:p>
          <a:p>
            <a:endParaRPr lang="en-US" sz="1600">
              <a:cs typeface="Arial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33150E-CD93-B822-D2B9-7390BF1C95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2179" y="172793"/>
            <a:ext cx="5499283" cy="572400"/>
          </a:xfrm>
        </p:spPr>
        <p:txBody>
          <a:bodyPr/>
          <a:lstStyle/>
          <a:p>
            <a:r>
              <a:rPr lang="en-US" sz="2400" b="1">
                <a:solidFill>
                  <a:srgbClr val="000000"/>
                </a:solidFill>
                <a:latin typeface="-webkit-standard"/>
                <a:ea typeface="Cambria"/>
              </a:rPr>
              <a:t>Implementation Details &amp; Dependencies</a:t>
            </a:r>
            <a:endParaRPr lang="en-US" b="1">
              <a:cs typeface="Arial"/>
            </a:endParaRPr>
          </a:p>
          <a:p>
            <a:endParaRPr lang="en-US" b="1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9E23D9-8863-F001-EBC1-2DBD5EA7702F}"/>
              </a:ext>
            </a:extLst>
          </p:cNvPr>
          <p:cNvSpPr txBox="1"/>
          <p:nvPr/>
        </p:nvSpPr>
        <p:spPr>
          <a:xfrm>
            <a:off x="898071" y="4853214"/>
            <a:ext cx="4572000" cy="138499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600" b="1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IT22194558 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  W.M.P.J Wijenayake</a:t>
            </a:r>
            <a:r>
              <a:rPr lang="en-US" sz="1600" b="1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  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|   </a:t>
            </a:r>
            <a:r>
              <a:rPr lang="en-US" sz="1600" b="0" i="0" u="none" strike="noStrike" baseline="0">
                <a:solidFill>
                  <a:srgbClr val="000000"/>
                </a:solidFill>
                <a:latin typeface="Times New Roman"/>
                <a:ea typeface="Segoe UI"/>
                <a:cs typeface="Segoe UI"/>
              </a:rPr>
              <a:t>R26-SE-013</a:t>
            </a:r>
            <a:r>
              <a:rPr lang="en-US" sz="1600" b="0" i="0" u="none" strike="noStrike" baseline="0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  <a:r>
              <a:rPr lang="en-US" sz="1600" b="0" i="0" u="none" strike="noStrike">
                <a:solidFill>
                  <a:srgbClr val="35363B"/>
                </a:solidFill>
                <a:latin typeface="Times New Roman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="0" i="0" u="none" strike="noStrike" baseline="0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​​</a:t>
            </a:r>
            <a:r>
              <a:rPr lang="en-US" sz="1600" b="0" i="0" u="none" strike="noStrike">
                <a:solidFill>
                  <a:srgbClr val="35363B"/>
                </a:solidFill>
                <a:latin typeface="Cambria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600" b="0" i="0" u="none" strike="noStrike" baseline="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  <a:r>
              <a:rPr lang="en-US" sz="1600" b="0" i="0" u="none" strike="noStrike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 rtl="0"/>
            <a:r>
              <a:rPr lang="en-US" sz="1800" b="0" i="0" u="none" strike="noStrike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pic>
        <p:nvPicPr>
          <p:cNvPr id="6" name="Picture 5" descr="A cow with a rainbow colored body&#10;&#10;AI-generated content may be incorrect.">
            <a:extLst>
              <a:ext uri="{FF2B5EF4-FFF2-40B4-BE49-F238E27FC236}">
                <a16:creationId xmlns:a16="http://schemas.microsoft.com/office/drawing/2014/main" id="{C0994248-A99A-04F7-1518-0442AC4E8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1375" y="756227"/>
            <a:ext cx="4332432" cy="3123046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4E9565A-2C99-10C9-69C4-224566BFED32}"/>
              </a:ext>
            </a:extLst>
          </p:cNvPr>
          <p:cNvSpPr txBox="1"/>
          <p:nvPr/>
        </p:nvSpPr>
        <p:spPr>
          <a:xfrm>
            <a:off x="219363" y="767773"/>
            <a:ext cx="4641272" cy="273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b="1">
                <a:solidFill>
                  <a:srgbClr val="000000"/>
                </a:solidFill>
                <a:cs typeface="Arial"/>
              </a:rPr>
              <a:t>System Overview</a:t>
            </a:r>
            <a:r>
              <a:rPr lang="en-US" sz="1600" b="1">
                <a:solidFill>
                  <a:srgbClr val="000000"/>
                </a:solidFill>
                <a:cs typeface="Arial"/>
              </a:rPr>
              <a:t>:</a:t>
            </a:r>
            <a:endParaRPr lang="en-US" sz="1600"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>
                <a:solidFill>
                  <a:srgbClr val="000000"/>
                </a:solidFill>
                <a:cs typeface="Arial"/>
              </a:rPr>
              <a:t>Stage 1:</a:t>
            </a:r>
            <a:r>
              <a:rPr lang="en-US" sz="1500">
                <a:solidFill>
                  <a:srgbClr val="000000"/>
                </a:solidFill>
                <a:cs typeface="Arial"/>
              </a:rPr>
              <a:t> Persistent logs trigger triage; YOLOv8 extracts rear-quarter (enhanced via CLAHE) for BCS.</a:t>
            </a:r>
            <a:endParaRPr lang="en-US" sz="1500"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>
                <a:solidFill>
                  <a:srgbClr val="000000"/>
                </a:solidFill>
                <a:cs typeface="Arial"/>
              </a:rPr>
              <a:t>Stage 2:</a:t>
            </a:r>
            <a:r>
              <a:rPr lang="en-US" sz="1500">
                <a:solidFill>
                  <a:srgbClr val="000000"/>
                </a:solidFill>
                <a:cs typeface="Arial"/>
              </a:rPr>
              <a:t> GPS fetches real-time temperature/humidity to calculate THI.</a:t>
            </a:r>
            <a:endParaRPr lang="en-US" sz="1500"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>
                <a:solidFill>
                  <a:srgbClr val="000000"/>
                </a:solidFill>
                <a:cs typeface="Arial"/>
              </a:rPr>
              <a:t>Stage 3:</a:t>
            </a:r>
            <a:r>
              <a:rPr lang="en-US" sz="1500">
                <a:solidFill>
                  <a:srgbClr val="000000"/>
                </a:solidFill>
                <a:cs typeface="Arial"/>
              </a:rPr>
              <a:t> Late-Fusion Neural Network fuses BCS, logs, and THI.</a:t>
            </a:r>
            <a:endParaRPr lang="en-US" sz="1500">
              <a:cs typeface="Arial"/>
            </a:endParaRPr>
          </a:p>
          <a:p>
            <a:pPr marL="285750" indent="-285750">
              <a:lnSpc>
                <a:spcPct val="90000"/>
              </a:lnSpc>
              <a:spcBef>
                <a:spcPts val="1000"/>
              </a:spcBef>
              <a:buFont typeface="Arial"/>
              <a:buChar char="•"/>
            </a:pPr>
            <a:r>
              <a:rPr lang="en-US" sz="1500" b="1">
                <a:solidFill>
                  <a:srgbClr val="000000"/>
                </a:solidFill>
                <a:cs typeface="Arial"/>
              </a:rPr>
              <a:t>Stage 4:</a:t>
            </a:r>
            <a:r>
              <a:rPr lang="en-US" sz="1500">
                <a:solidFill>
                  <a:srgbClr val="000000"/>
                </a:solidFill>
                <a:cs typeface="Arial"/>
              </a:rPr>
              <a:t> Outputs wellness classification and Grad-CAM XAI heatmap.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2543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Rectangle 1000"/>
          <p:cNvSpPr/>
          <p:nvPr/>
        </p:nvSpPr>
        <p:spPr>
          <a:xfrm>
            <a:off x="476280" y="476280"/>
            <a:ext cx="228564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5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02</a:t>
            </a:r>
            <a:endParaRPr lang="en-US" sz="50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1002" name="Rectangle 1001"/>
          <p:cNvSpPr/>
          <p:nvPr/>
        </p:nvSpPr>
        <p:spPr>
          <a:xfrm>
            <a:off x="476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4000" b="1">
                <a:solidFill>
                  <a:schemeClr val="dk1"/>
                </a:solidFill>
                <a:latin typeface="Epilogue"/>
              </a:rPr>
              <a:t>AI-Powered Smart Diagnosis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8B89887-4224-BC70-7811-3048D9EE18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9897" y="2161463"/>
            <a:ext cx="5234103" cy="29044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/>
          <p:cNvSpPr>
            <a:spLocks noGrp="1"/>
          </p:cNvSpPr>
          <p:nvPr>
            <p:ph type="title"/>
          </p:nvPr>
        </p:nvSpPr>
        <p:spPr>
          <a:xfrm>
            <a:off x="747449" y="-690196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chemeClr val="dk1"/>
                </a:solidFill>
                <a:latin typeface="Epilogue"/>
              </a:rPr>
              <a:t>AI-Powered Smart Diagnosis</a:t>
            </a:r>
          </a:p>
        </p:txBody>
      </p:sp>
      <p:pic>
        <p:nvPicPr>
          <p:cNvPr id="6" name="Picture 5" descr="A diagram of a cow&#10;&#10;AI-generated content may be incorrect.">
            <a:extLst>
              <a:ext uri="{FF2B5EF4-FFF2-40B4-BE49-F238E27FC236}">
                <a16:creationId xmlns:a16="http://schemas.microsoft.com/office/drawing/2014/main" id="{34D85AC4-B4A9-2E31-6EAD-45598B10B7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9273" y="1219728"/>
            <a:ext cx="4634727" cy="257162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F9A1187B-2B81-A923-49B0-C533F85C1869}"/>
              </a:ext>
            </a:extLst>
          </p:cNvPr>
          <p:cNvSpPr txBox="1"/>
          <p:nvPr/>
        </p:nvSpPr>
        <p:spPr>
          <a:xfrm>
            <a:off x="0" y="1136031"/>
            <a:ext cx="4572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Contribution: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Detects concurrent diseases (comorbidities) and quantifies disease severity directly from 2D farm images.</a:t>
            </a:r>
            <a:endParaRPr lang="en-US">
              <a:solidFill>
                <a:schemeClr val="dk1"/>
              </a:solidFill>
              <a:ea typeface="+mn-lt"/>
              <a:cs typeface="+mn-lt"/>
            </a:endParaRP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Novelty: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Features an Out-of-Distribution (OOD) Integrity Gate to prevent AI hallucinations, combined with a Hierarchical Multi-Label Classifier.</a:t>
            </a:r>
            <a:endParaRPr lang="en-US">
              <a:solidFill>
                <a:schemeClr val="dk1"/>
              </a:solidFill>
              <a:ea typeface="+mn-lt"/>
              <a:cs typeface="+mn-lt"/>
            </a:endParaRP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Problem Definition: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Standard veterinary AI models force diagnoses on poor-quality images ("Closed-World" assumption) and fail to detect overlapping diseases.</a:t>
            </a:r>
            <a:endParaRPr lang="en-US">
              <a:solidFill>
                <a:schemeClr val="dk1"/>
              </a:solidFill>
              <a:ea typeface="+mn-lt"/>
              <a:cs typeface="+mn-lt"/>
            </a:endParaRP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Research Objectives: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Develop an integrity-gated vision classifier for local cattle breeds, incorporating a transparent prognostic survival estimation.</a:t>
            </a:r>
            <a:endParaRPr lang="en-US">
              <a:solidFill>
                <a:schemeClr val="dk1"/>
              </a:solidFill>
              <a:ea typeface="+mn-lt"/>
              <a:cs typeface="+mn-lt"/>
            </a:endParaRPr>
          </a:p>
          <a:p>
            <a:pPr indent="-285750">
              <a:buFont typeface="Arial"/>
              <a:buChar char="•"/>
            </a:pPr>
            <a:endParaRPr lang="en-US" sz="1200">
              <a:solidFill>
                <a:schemeClr val="dk1"/>
              </a:solidFill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39554B2-2E15-BBE7-2FEC-E8ED9DBBD6A2}"/>
              </a:ext>
            </a:extLst>
          </p:cNvPr>
          <p:cNvSpPr txBox="1"/>
          <p:nvPr/>
        </p:nvSpPr>
        <p:spPr>
          <a:xfrm>
            <a:off x="2454160" y="4863146"/>
            <a:ext cx="469888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>
                <a:latin typeface="Lato"/>
                <a:ea typeface="Lato"/>
                <a:cs typeface="Lato"/>
              </a:rPr>
              <a:t>IT21129544| </a:t>
            </a:r>
            <a:r>
              <a:rPr lang="en-US" sz="1200" err="1">
                <a:latin typeface="Lato"/>
                <a:ea typeface="Lato"/>
                <a:cs typeface="Lato"/>
              </a:rPr>
              <a:t>Athu</a:t>
            </a:r>
            <a:r>
              <a:rPr lang="en-US" sz="1200">
                <a:latin typeface="Lato"/>
                <a:ea typeface="Lato"/>
                <a:cs typeface="Lato"/>
              </a:rPr>
              <a:t>lathmudali A.L.M  |      </a:t>
            </a:r>
            <a:r>
              <a:rPr lang="en-GB" sz="1200">
                <a:latin typeface="Lato"/>
                <a:ea typeface="Lato"/>
                <a:cs typeface="Lato"/>
              </a:rPr>
              <a:t>R26-SE-013 </a:t>
            </a:r>
          </a:p>
        </p:txBody>
      </p:sp>
      <p:pic>
        <p:nvPicPr>
          <p:cNvPr id="5" name="Picture 4" descr="A person in a suit and tie looking up&#10;&#10;AI-generated content may be incorrect.">
            <a:extLst>
              <a:ext uri="{FF2B5EF4-FFF2-40B4-BE49-F238E27FC236}">
                <a16:creationId xmlns:a16="http://schemas.microsoft.com/office/drawing/2014/main" id="{E76BCE40-5B41-BB42-DE07-C9376E86F3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7191" y="0"/>
            <a:ext cx="1386686" cy="1122093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4AF275-97B9-83B7-10FF-C416863AEC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>
            <a:extLst>
              <a:ext uri="{FF2B5EF4-FFF2-40B4-BE49-F238E27FC236}">
                <a16:creationId xmlns:a16="http://schemas.microsoft.com/office/drawing/2014/main" id="{B69D7FE7-B733-D5AE-DC13-BB2885671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49" y="-690196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chemeClr val="dk1"/>
                </a:solidFill>
                <a:latin typeface="Epilogue"/>
              </a:rPr>
              <a:t>AI-Powered Smart Diagnosis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AA3BB69-6EE2-B1CF-A314-7EB6547D7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1937" y="1386593"/>
            <a:ext cx="4462064" cy="2370313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55AD736-61A1-CF1D-C6C8-DC0565D15C60}"/>
              </a:ext>
            </a:extLst>
          </p:cNvPr>
          <p:cNvSpPr txBox="1"/>
          <p:nvPr/>
        </p:nvSpPr>
        <p:spPr>
          <a:xfrm>
            <a:off x="111512" y="1561171"/>
            <a:ext cx="4572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285750"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Knowledge Domain: Computer Vision and Deep Learning.</a:t>
            </a: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 indent="-285750"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Latest Technologies Utilized: * YOLOv10-tiny for the OOD Integrity Gate.</a:t>
            </a: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 indent="-285750"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Swin Transformer for Multi-Label Classification.</a:t>
            </a: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 indent="-285750">
              <a:buFont typeface="Arial"/>
              <a:buChar char="•"/>
            </a:pP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Mask R-CNN for Lesion Segmentation and Severity Quantification.</a:t>
            </a:r>
          </a:p>
          <a:p>
            <a:pPr marL="228600" indent="-228600">
              <a:buFont typeface=""/>
              <a:buChar char="•"/>
            </a:pPr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F8C8929-6636-82DE-5CA3-B5395E55B24B}"/>
              </a:ext>
            </a:extLst>
          </p:cNvPr>
          <p:cNvSpPr txBox="1"/>
          <p:nvPr/>
        </p:nvSpPr>
        <p:spPr>
          <a:xfrm>
            <a:off x="2454160" y="4863146"/>
            <a:ext cx="469888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>
                <a:latin typeface="Lato"/>
                <a:ea typeface="Lato"/>
                <a:cs typeface="Lato"/>
              </a:rPr>
              <a:t>IT21129544| Athulathmudali A.L.M  |      </a:t>
            </a:r>
            <a:r>
              <a:rPr lang="en-GB" sz="1200">
                <a:latin typeface="Lato"/>
                <a:ea typeface="Lato"/>
                <a:cs typeface="Lato"/>
              </a:rPr>
              <a:t>R26-SE-013 </a:t>
            </a:r>
          </a:p>
        </p:txBody>
      </p:sp>
    </p:spTree>
    <p:extLst>
      <p:ext uri="{BB962C8B-B14F-4D97-AF65-F5344CB8AC3E}">
        <p14:creationId xmlns:p14="http://schemas.microsoft.com/office/powerpoint/2010/main" val="866267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D397B-C457-94F3-1278-83987B0A91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>
            <a:extLst>
              <a:ext uri="{FF2B5EF4-FFF2-40B4-BE49-F238E27FC236}">
                <a16:creationId xmlns:a16="http://schemas.microsoft.com/office/drawing/2014/main" id="{B950F453-AA7F-21FC-6EB1-E4207EDB54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49" y="-690196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chemeClr val="dk1"/>
                </a:solidFill>
                <a:latin typeface="Epilogue"/>
              </a:rPr>
              <a:t>AI-Powered Smart Diagnosis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F34421C-C642-97C0-B184-F791D4406E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738" y="1372042"/>
            <a:ext cx="4712221" cy="261319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838ABD2-4898-D764-4913-0BF1BC00B1FC}"/>
              </a:ext>
            </a:extLst>
          </p:cNvPr>
          <p:cNvSpPr txBox="1"/>
          <p:nvPr/>
        </p:nvSpPr>
        <p:spPr>
          <a:xfrm>
            <a:off x="744471" y="1154612"/>
            <a:ext cx="274320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Validation &amp; Evaluation: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Evaluated using K-Fold Cross-Validation (targeting &gt;85% accuracy), measured via Precision, Recall, F1-Score, and Intersection over Union (</a:t>
            </a:r>
            <a:r>
              <a:rPr lang="en-US" sz="1200" err="1">
                <a:solidFill>
                  <a:schemeClr val="dk1"/>
                </a:solidFill>
                <a:ea typeface="+mn-lt"/>
                <a:cs typeface="+mn-lt"/>
              </a:rPr>
              <a:t>IoU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) for masks.</a:t>
            </a:r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Data Availability &amp; Security: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Built on a primary 2D image dataset of local Sri Lankan breeds, securely transferred and annotated by DAPH domain experts.</a:t>
            </a:r>
            <a:endParaRPr lang="en-US"/>
          </a:p>
          <a:p>
            <a:endParaRPr lang="en-US" sz="1200">
              <a:solidFill>
                <a:schemeClr val="dk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ea typeface="+mn-lt"/>
                <a:cs typeface="+mn-lt"/>
              </a:rPr>
              <a:t>Ethical Clearance:</a:t>
            </a:r>
            <a:r>
              <a:rPr lang="en-US" sz="1200">
                <a:solidFill>
                  <a:schemeClr val="dk1"/>
                </a:solidFill>
                <a:ea typeface="+mn-lt"/>
                <a:cs typeface="+mn-lt"/>
              </a:rPr>
              <a:t> Fully anonymized image collection requiring explicit farmer consent before capture.</a:t>
            </a:r>
            <a:endParaRPr lang="en-US">
              <a:solidFill>
                <a:schemeClr val="dk1"/>
              </a:solidFill>
              <a:ea typeface="+mn-lt"/>
              <a:cs typeface="+mn-lt"/>
            </a:endParaRPr>
          </a:p>
          <a:p>
            <a:pPr marL="285750" indent="-285750" algn="l">
              <a:buFont typeface="Arial"/>
              <a:buChar char="•"/>
            </a:pPr>
            <a:endParaRPr lang="en-US" sz="1200">
              <a:solidFill>
                <a:schemeClr val="dk1"/>
              </a:solidFill>
              <a:latin typeface="Lato"/>
              <a:ea typeface="Lato"/>
              <a:cs typeface="Lato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217E263-34E5-9AFB-2F16-E094108CFBFE}"/>
              </a:ext>
            </a:extLst>
          </p:cNvPr>
          <p:cNvSpPr txBox="1"/>
          <p:nvPr/>
        </p:nvSpPr>
        <p:spPr>
          <a:xfrm>
            <a:off x="2454160" y="4863146"/>
            <a:ext cx="469888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>
                <a:latin typeface="Lato"/>
                <a:ea typeface="Lato"/>
                <a:cs typeface="Lato"/>
              </a:rPr>
              <a:t>IT21129544| Athulathmudali A.L.M  |      </a:t>
            </a:r>
            <a:r>
              <a:rPr lang="en-GB" sz="1200">
                <a:latin typeface="Lato"/>
                <a:ea typeface="Lato"/>
                <a:cs typeface="Lato"/>
              </a:rPr>
              <a:t>R26-SE-013 </a:t>
            </a:r>
          </a:p>
        </p:txBody>
      </p:sp>
    </p:spTree>
    <p:extLst>
      <p:ext uri="{BB962C8B-B14F-4D97-AF65-F5344CB8AC3E}">
        <p14:creationId xmlns:p14="http://schemas.microsoft.com/office/powerpoint/2010/main" val="687321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55E4F4-B856-44DC-F019-A48666D4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4" name="PlaceHolder 1">
            <a:extLst>
              <a:ext uri="{FF2B5EF4-FFF2-40B4-BE49-F238E27FC236}">
                <a16:creationId xmlns:a16="http://schemas.microsoft.com/office/drawing/2014/main" id="{B7BD734C-8B36-00B1-2D01-3389751B43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449" y="-690196"/>
            <a:ext cx="5114520" cy="13903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2400" b="1">
                <a:solidFill>
                  <a:schemeClr val="dk1"/>
                </a:solidFill>
                <a:latin typeface="Epilogue"/>
              </a:rPr>
              <a:t>AI-Powered Smart Diagnosis</a:t>
            </a:r>
          </a:p>
        </p:txBody>
      </p:sp>
      <p:pic>
        <p:nvPicPr>
          <p:cNvPr id="4" name="Picture 3" descr="A diagram of a diagram&#10;&#10;AI-generated content may be incorrect.">
            <a:extLst>
              <a:ext uri="{FF2B5EF4-FFF2-40B4-BE49-F238E27FC236}">
                <a16:creationId xmlns:a16="http://schemas.microsoft.com/office/drawing/2014/main" id="{BCD7F31C-A93E-EFE9-873F-CBD9214AB9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6734" y="697566"/>
            <a:ext cx="4266640" cy="38660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6A8A053-40E9-BC35-2E6C-BF66ABFB366A}"/>
              </a:ext>
            </a:extLst>
          </p:cNvPr>
          <p:cNvSpPr txBox="1"/>
          <p:nvPr/>
        </p:nvSpPr>
        <p:spPr>
          <a:xfrm>
            <a:off x="744471" y="1154612"/>
            <a:ext cx="2743200" cy="29546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System Overview</a:t>
            </a: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: Raw Image Upload → YOLOv10-tiny (Accept/Reject Gate) → Swin Transformer Classification → Mask R-CNN Segmentation → Severity Score Output.</a:t>
            </a:r>
          </a:p>
          <a:p>
            <a:endParaRPr lang="en-US" sz="1200">
              <a:solidFill>
                <a:schemeClr val="dk1"/>
              </a:solidFill>
              <a:latin typeface="Lato"/>
              <a:ea typeface="Lato"/>
              <a:cs typeface="Lato"/>
            </a:endParaRPr>
          </a:p>
          <a:p>
            <a:pPr marL="285750" indent="-285750">
              <a:buFont typeface="Arial"/>
              <a:buChar char="•"/>
            </a:pPr>
            <a:r>
              <a:rPr lang="en-US" sz="1200" b="1">
                <a:solidFill>
                  <a:schemeClr val="dk1"/>
                </a:solidFill>
                <a:latin typeface="Lato"/>
                <a:ea typeface="Lato"/>
                <a:cs typeface="Lato"/>
              </a:rPr>
              <a:t>Dependencies &amp; Common Components</a:t>
            </a:r>
            <a:r>
              <a:rPr lang="en-US" sz="1200">
                <a:solidFill>
                  <a:schemeClr val="dk1"/>
                </a:solidFill>
                <a:latin typeface="Lato"/>
                <a:ea typeface="Lato"/>
                <a:cs typeface="Lato"/>
              </a:rPr>
              <a:t>: Consumes cleanly segmented bovine masks from the Wellness component; feeds verified positive disease coordinates into the Geospatial database for live tracking.</a:t>
            </a:r>
          </a:p>
          <a:p>
            <a:pPr algn="l"/>
            <a:endParaRPr lang="en-US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CD2ECD-F325-3127-81B4-F891B1FA1DF1}"/>
              </a:ext>
            </a:extLst>
          </p:cNvPr>
          <p:cNvSpPr txBox="1"/>
          <p:nvPr/>
        </p:nvSpPr>
        <p:spPr>
          <a:xfrm>
            <a:off x="2454160" y="4863146"/>
            <a:ext cx="4698883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r>
              <a:rPr lang="en-US" sz="1200">
                <a:latin typeface="Lato"/>
                <a:ea typeface="Lato"/>
                <a:cs typeface="Lato"/>
              </a:rPr>
              <a:t>IT21129544| Athulathmudali A.L.M  |      </a:t>
            </a:r>
            <a:r>
              <a:rPr lang="en-GB" sz="1200">
                <a:latin typeface="Lato"/>
                <a:ea typeface="Lato"/>
                <a:cs typeface="Lato"/>
              </a:rPr>
              <a:t>R26-SE-013 </a:t>
            </a:r>
          </a:p>
        </p:txBody>
      </p:sp>
    </p:spTree>
    <p:extLst>
      <p:ext uri="{BB962C8B-B14F-4D97-AF65-F5344CB8AC3E}">
        <p14:creationId xmlns:p14="http://schemas.microsoft.com/office/powerpoint/2010/main" val="10157829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960E25-86FA-22BC-AA03-E30E6FC57A7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347708" y="179328"/>
            <a:ext cx="7888381" cy="988424"/>
          </a:xfrm>
        </p:spPr>
        <p:txBody>
          <a:bodyPr>
            <a:normAutofit fontScale="85000" lnSpcReduction="10000"/>
          </a:bodyPr>
          <a:lstStyle/>
          <a:p>
            <a:pPr marL="0" indent="0" algn="ctr">
              <a:buNone/>
            </a:pPr>
            <a:r>
              <a:rPr lang="en-US" sz="20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| Kumarasinghe S.S</a:t>
            </a:r>
          </a:p>
          <a:p>
            <a:pPr algn="ctr"/>
            <a:endParaRPr lang="en-US" sz="2000" b="1">
              <a:solidFill>
                <a:srgbClr val="35363B"/>
              </a:solidFill>
              <a:latin typeface="Lato"/>
              <a:ea typeface="Lato"/>
              <a:cs typeface="Lato"/>
            </a:endParaRPr>
          </a:p>
          <a:p>
            <a:pPr marL="0" indent="0">
              <a:buNone/>
            </a:pPr>
            <a:r>
              <a:rPr lang="en-US"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Climate-Informed Livestock Disease Forecasting </a:t>
            </a:r>
            <a:r>
              <a:rPr lang="en-GB" sz="20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and Early Warning Module</a:t>
            </a:r>
            <a:endParaRPr lang="en-GB" sz="2000" b="1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5C66A2-E0F9-6378-21FD-5B37EDB142E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04" r="9549" b="18917"/>
          <a:stretch>
            <a:fillRect/>
          </a:stretch>
        </p:blipFill>
        <p:spPr>
          <a:xfrm>
            <a:off x="8080917" y="16011"/>
            <a:ext cx="1063083" cy="13067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132FFDB-3119-9738-4FDB-624C835CCB8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57" t="16490" r="2260" b="8704"/>
          <a:stretch>
            <a:fillRect/>
          </a:stretch>
        </p:blipFill>
        <p:spPr>
          <a:xfrm>
            <a:off x="780585" y="1434990"/>
            <a:ext cx="7999142" cy="342196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5C646887-5B74-754E-EFF8-8D0CEA02609C}"/>
              </a:ext>
            </a:extLst>
          </p:cNvPr>
          <p:cNvSpPr txBox="1"/>
          <p:nvPr/>
        </p:nvSpPr>
        <p:spPr>
          <a:xfrm>
            <a:off x="2698093" y="4842237"/>
            <a:ext cx="4698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325BF4F-BB01-B95F-79B4-1F0E2357427C}"/>
              </a:ext>
            </a:extLst>
          </p:cNvPr>
          <p:cNvSpPr txBox="1"/>
          <p:nvPr/>
        </p:nvSpPr>
        <p:spPr>
          <a:xfrm>
            <a:off x="3400217" y="1089402"/>
            <a:ext cx="2619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Module Contribution</a:t>
            </a:r>
            <a:endParaRPr lang="en-GB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9611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5A27B51-A378-1F4D-66E7-A98FC8B30F83}"/>
              </a:ext>
            </a:extLst>
          </p:cNvPr>
          <p:cNvSpPr txBox="1"/>
          <p:nvPr/>
        </p:nvSpPr>
        <p:spPr>
          <a:xfrm>
            <a:off x="3184869" y="198918"/>
            <a:ext cx="329052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400" b="1">
                <a:solidFill>
                  <a:schemeClr val="tx2"/>
                </a:solidFill>
                <a:latin typeface="Arial"/>
                <a:ea typeface="Lato"/>
                <a:cs typeface="Arial"/>
              </a:rPr>
              <a:t>Problem</a:t>
            </a:r>
            <a:r>
              <a:rPr lang="en-US" sz="2400" b="1">
                <a:solidFill>
                  <a:schemeClr val="tx2"/>
                </a:solidFill>
                <a:ea typeface="+mn-lt"/>
                <a:cs typeface="+mn-lt"/>
              </a:rPr>
              <a:t> Definition</a:t>
            </a:r>
            <a:endParaRPr lang="en-GB" sz="24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5EEFB1-3D25-2265-D04D-01CCBF076E9F}"/>
              </a:ext>
            </a:extLst>
          </p:cNvPr>
          <p:cNvSpPr txBox="1"/>
          <p:nvPr/>
        </p:nvSpPr>
        <p:spPr>
          <a:xfrm>
            <a:off x="2698093" y="4842237"/>
            <a:ext cx="4698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DE201CE-A427-0344-98F8-87F2B1B7CD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89" t="23262" r="3080" b="11604"/>
          <a:stretch>
            <a:fillRect/>
          </a:stretch>
        </p:blipFill>
        <p:spPr>
          <a:xfrm>
            <a:off x="1151508" y="679206"/>
            <a:ext cx="7009622" cy="265129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AAC45A5-7B5B-6AC5-797A-AE8B79AB60CB}"/>
              </a:ext>
            </a:extLst>
          </p:cNvPr>
          <p:cNvSpPr txBox="1"/>
          <p:nvPr/>
        </p:nvSpPr>
        <p:spPr>
          <a:xfrm>
            <a:off x="0" y="85344"/>
            <a:ext cx="192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Individual Title</a:t>
            </a:r>
            <a:endParaRPr lang="en-GB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B1B3F1-EE75-635E-ED40-49B6A2DD76D4}"/>
              </a:ext>
            </a:extLst>
          </p:cNvPr>
          <p:cNvSpPr txBox="1"/>
          <p:nvPr/>
        </p:nvSpPr>
        <p:spPr>
          <a:xfrm>
            <a:off x="984647" y="3394336"/>
            <a:ext cx="7936992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Sparse surveillance data reconstruction</a:t>
            </a:r>
            <a:r>
              <a:rPr lang="en-GB" sz="1400"/>
              <a:t> into a ML-ready district–month dataset.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Two-stage outbreak modelling</a:t>
            </a:r>
            <a:r>
              <a:rPr lang="en-GB" sz="1400"/>
              <a:t> designed for handling zero-heavy epidemiological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Climate-informed livestock disease forecasting</a:t>
            </a:r>
            <a:r>
              <a:rPr lang="en-GB" sz="1400"/>
              <a:t> integrating environmental drivers.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Monsoon-informed seasonal feature engineering</a:t>
            </a:r>
            <a:r>
              <a:rPr lang="en-GB" sz="1400"/>
              <a:t> specific to Sri Lanka.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400" b="1"/>
              <a:t>Uncertainty-aware and explainable outbreak forecasting</a:t>
            </a:r>
            <a:r>
              <a:rPr lang="en-GB" sz="1400"/>
              <a:t> using bootstrap intervals and SHAP.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4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FA4825-EB35-05BC-1024-091312E169DC}"/>
              </a:ext>
            </a:extLst>
          </p:cNvPr>
          <p:cNvSpPr txBox="1"/>
          <p:nvPr/>
        </p:nvSpPr>
        <p:spPr>
          <a:xfrm>
            <a:off x="222361" y="3096096"/>
            <a:ext cx="119756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b="1">
                <a:solidFill>
                  <a:srgbClr val="002060"/>
                </a:solidFill>
                <a:latin typeface="Arial"/>
                <a:ea typeface="Lato"/>
                <a:cs typeface="Arial"/>
              </a:rPr>
              <a:t>Novelty</a:t>
            </a:r>
            <a:endParaRPr lang="en-GB" b="1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76723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D4696F8A-FE48-6AEF-1A50-59BE3E25A45E}"/>
              </a:ext>
            </a:extLst>
          </p:cNvPr>
          <p:cNvSpPr/>
          <p:nvPr/>
        </p:nvSpPr>
        <p:spPr>
          <a:xfrm rot="19938231">
            <a:off x="-431082" y="1582424"/>
            <a:ext cx="2036415" cy="1911456"/>
          </a:xfrm>
          <a:prstGeom prst="triangl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C190A2-5DB1-8C40-7F33-C6A48B5F52E8}"/>
              </a:ext>
            </a:extLst>
          </p:cNvPr>
          <p:cNvSpPr txBox="1"/>
          <p:nvPr/>
        </p:nvSpPr>
        <p:spPr>
          <a:xfrm>
            <a:off x="292608" y="780288"/>
            <a:ext cx="863193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Develop a climate-informed livestock disease forecasting and early warning module that integrates epidemiological surveillance data with environmental datasets to predict outbreak probability and severity.</a:t>
            </a:r>
            <a:endParaRPr lang="en-GB" sz="1600" b="1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B293211-3D27-FE5B-0625-CCD7761E4312}"/>
              </a:ext>
            </a:extLst>
          </p:cNvPr>
          <p:cNvSpPr txBox="1"/>
          <p:nvPr/>
        </p:nvSpPr>
        <p:spPr>
          <a:xfrm>
            <a:off x="3140264" y="315483"/>
            <a:ext cx="329052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2000" b="1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Main </a:t>
            </a:r>
            <a:r>
              <a:rPr lang="en-GB" sz="2000" b="1">
                <a:solidFill>
                  <a:srgbClr val="FF000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Research Objective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C293DB1-AA9E-B0E6-8DC3-9E95FB821F9E}"/>
              </a:ext>
            </a:extLst>
          </p:cNvPr>
          <p:cNvSpPr txBox="1"/>
          <p:nvPr/>
        </p:nvSpPr>
        <p:spPr>
          <a:xfrm>
            <a:off x="129057" y="2684320"/>
            <a:ext cx="1803821" cy="3693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GB" b="1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Sub-Objectives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C603AA4-D6FC-7C9B-C715-ABDA1D1B881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33" b="14002"/>
          <a:stretch>
            <a:fillRect/>
          </a:stretch>
        </p:blipFill>
        <p:spPr>
          <a:xfrm>
            <a:off x="2004646" y="1645001"/>
            <a:ext cx="5887741" cy="313481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2947B28-DB7E-4A16-C2D6-FC7A2DEDBE68}"/>
              </a:ext>
            </a:extLst>
          </p:cNvPr>
          <p:cNvSpPr txBox="1"/>
          <p:nvPr/>
        </p:nvSpPr>
        <p:spPr>
          <a:xfrm>
            <a:off x="2698093" y="4842237"/>
            <a:ext cx="46988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2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56B250A-2CB5-E6DB-2710-0BC00CB2180B}"/>
              </a:ext>
            </a:extLst>
          </p:cNvPr>
          <p:cNvSpPr txBox="1"/>
          <p:nvPr/>
        </p:nvSpPr>
        <p:spPr>
          <a:xfrm>
            <a:off x="78310" y="86686"/>
            <a:ext cx="192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Individual Title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77199053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FE25E08-6804-E039-E75F-E4A162B2E80C}"/>
              </a:ext>
            </a:extLst>
          </p:cNvPr>
          <p:cNvSpPr txBox="1"/>
          <p:nvPr/>
        </p:nvSpPr>
        <p:spPr>
          <a:xfrm>
            <a:off x="2683225" y="4881890"/>
            <a:ext cx="46988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6F0A179-4B74-628B-1DA3-39E2AF47BFD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741" y="76459"/>
            <a:ext cx="8606517" cy="484260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C24F043-82E4-B19C-8891-F92AA3DBD267}"/>
              </a:ext>
            </a:extLst>
          </p:cNvPr>
          <p:cNvSpPr txBox="1"/>
          <p:nvPr/>
        </p:nvSpPr>
        <p:spPr>
          <a:xfrm>
            <a:off x="0" y="85940"/>
            <a:ext cx="192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Individual Title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843601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42421E0-FE70-998A-026A-B899C83DA6C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5379" y="0"/>
            <a:ext cx="8793241" cy="494766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D08332-B460-90C4-717F-D65D20EE9765}"/>
              </a:ext>
            </a:extLst>
          </p:cNvPr>
          <p:cNvSpPr txBox="1"/>
          <p:nvPr/>
        </p:nvSpPr>
        <p:spPr>
          <a:xfrm>
            <a:off x="2683225" y="4881890"/>
            <a:ext cx="46988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EC8990B-6BB7-5A52-5A88-E469922DA68D}"/>
              </a:ext>
            </a:extLst>
          </p:cNvPr>
          <p:cNvSpPr txBox="1"/>
          <p:nvPr/>
        </p:nvSpPr>
        <p:spPr>
          <a:xfrm>
            <a:off x="51806" y="93964"/>
            <a:ext cx="192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Individual Title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330960193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290169-88C0-FE35-2BA6-31F90DAF021F}"/>
              </a:ext>
            </a:extLst>
          </p:cNvPr>
          <p:cNvSpPr txBox="1"/>
          <p:nvPr/>
        </p:nvSpPr>
        <p:spPr>
          <a:xfrm>
            <a:off x="219456" y="432518"/>
            <a:ext cx="552297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System Overview of the Individual Component</a:t>
            </a:r>
            <a:endParaRPr lang="en-GB" sz="20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7F8FD87-7BCD-9BCE-88AC-A0DAA323FC22}"/>
              </a:ext>
            </a:extLst>
          </p:cNvPr>
          <p:cNvSpPr txBox="1"/>
          <p:nvPr/>
        </p:nvSpPr>
        <p:spPr>
          <a:xfrm>
            <a:off x="219456" y="832628"/>
            <a:ext cx="818083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The component implements a </a:t>
            </a:r>
            <a:r>
              <a:rPr lang="en-US" b="1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climate-informed livestock disease forecasting and early warning module</a:t>
            </a:r>
            <a:r>
              <a:rPr lang="en-US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 that transforms surveillance and environmental data into meaningful outbreak risk predictions.</a:t>
            </a:r>
            <a:endParaRPr lang="en-GB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E475D46-2C09-928B-0F46-E6874BE9DD6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56" y="1755958"/>
            <a:ext cx="3242905" cy="324290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D7D2C5-5993-B11B-13DA-6B1F248F86B2}"/>
              </a:ext>
            </a:extLst>
          </p:cNvPr>
          <p:cNvSpPr txBox="1"/>
          <p:nvPr/>
        </p:nvSpPr>
        <p:spPr>
          <a:xfrm>
            <a:off x="1307582" y="3085023"/>
            <a:ext cx="106665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Main </a:t>
            </a:r>
          </a:p>
          <a:p>
            <a:pPr algn="ctr"/>
            <a:r>
              <a:rPr lang="en-US" sz="1600">
                <a:solidFill>
                  <a:srgbClr val="002060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Modules</a:t>
            </a:r>
            <a:endParaRPr lang="en-GB" sz="1600">
              <a:solidFill>
                <a:srgbClr val="002060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06AD6F9-9728-49F7-29C7-E474E8956C0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4" t="6168" r="3193" b="7225"/>
          <a:stretch>
            <a:fillRect/>
          </a:stretch>
        </p:blipFill>
        <p:spPr>
          <a:xfrm>
            <a:off x="3690775" y="1755958"/>
            <a:ext cx="4817327" cy="29513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F39FD62-08AA-AF19-0562-82D40C57FBBC}"/>
              </a:ext>
            </a:extLst>
          </p:cNvPr>
          <p:cNvSpPr txBox="1"/>
          <p:nvPr/>
        </p:nvSpPr>
        <p:spPr>
          <a:xfrm>
            <a:off x="2683225" y="4852154"/>
            <a:ext cx="469888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IT22221414      |      Kumarasinghe S.S       |      </a:t>
            </a:r>
            <a:r>
              <a:rPr lang="en-GB" sz="1100"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R26-SE-013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CC83DF-7F42-AC2F-D885-297AE9A07CC8}"/>
              </a:ext>
            </a:extLst>
          </p:cNvPr>
          <p:cNvSpPr txBox="1"/>
          <p:nvPr/>
        </p:nvSpPr>
        <p:spPr>
          <a:xfrm>
            <a:off x="76190" y="93964"/>
            <a:ext cx="19263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Individual Title</a:t>
            </a:r>
            <a:endParaRPr lang="en-GB" sz="1200"/>
          </a:p>
        </p:txBody>
      </p:sp>
    </p:spTree>
    <p:extLst>
      <p:ext uri="{BB962C8B-B14F-4D97-AF65-F5344CB8AC3E}">
        <p14:creationId xmlns:p14="http://schemas.microsoft.com/office/powerpoint/2010/main" val="24765578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6" name="Rectangle 1055"/>
          <p:cNvSpPr/>
          <p:nvPr/>
        </p:nvSpPr>
        <p:spPr>
          <a:xfrm>
            <a:off x="5048280" y="476280"/>
            <a:ext cx="2285640" cy="8617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sp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5000" b="1" u="none" strike="noStrike">
              <a:solidFill>
                <a:schemeClr val="dk1"/>
              </a:solidFill>
              <a:effectLst/>
              <a:uFillTx/>
              <a:latin typeface="Calibri"/>
              <a:ea typeface="Calibri"/>
              <a:cs typeface="Calibri"/>
            </a:endParaRPr>
          </a:p>
        </p:txBody>
      </p:sp>
      <p:sp>
        <p:nvSpPr>
          <p:cNvPr id="1057" name="Rectangle 1056"/>
          <p:cNvSpPr/>
          <p:nvPr/>
        </p:nvSpPr>
        <p:spPr>
          <a:xfrm>
            <a:off x="5048280" y="1428840"/>
            <a:ext cx="3619080" cy="142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4000" b="1" u="none" strike="noStrike">
              <a:solidFill>
                <a:schemeClr val="dk1"/>
              </a:solidFill>
              <a:effectLst/>
              <a:uFillTx/>
              <a:latin typeface="Epilogue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C2D4876-0D42-12D4-B414-26FB9D0C6365}"/>
              </a:ext>
            </a:extLst>
          </p:cNvPr>
          <p:cNvSpPr txBox="1"/>
          <p:nvPr/>
        </p:nvSpPr>
        <p:spPr>
          <a:xfrm>
            <a:off x="777146" y="138586"/>
            <a:ext cx="6226907" cy="67710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cs typeface="Arial"/>
              </a:rPr>
              <a:t>IT22258908 | </a:t>
            </a:r>
            <a:r>
              <a:rPr lang="en-US" sz="2000" b="1" err="1">
                <a:cs typeface="Arial"/>
              </a:rPr>
              <a:t>Sanadaru</a:t>
            </a:r>
            <a:r>
              <a:rPr lang="en-US" sz="2000" b="1">
                <a:cs typeface="Arial"/>
              </a:rPr>
              <a:t> G A </a:t>
            </a:r>
            <a:endParaRPr lang="en-US" sz="2000" b="1">
              <a:solidFill>
                <a:srgbClr val="35363B"/>
              </a:solidFill>
              <a:cs typeface="Arial"/>
            </a:endParaRPr>
          </a:p>
          <a:p>
            <a:pPr algn="ctr"/>
            <a:endParaRPr lang="en-US" b="1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A09067C-697D-DB17-C3E7-27D6627CC58D}"/>
              </a:ext>
            </a:extLst>
          </p:cNvPr>
          <p:cNvSpPr txBox="1"/>
          <p:nvPr/>
        </p:nvSpPr>
        <p:spPr>
          <a:xfrm>
            <a:off x="-683143" y="480877"/>
            <a:ext cx="914698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chemeClr val="accent2">
                    <a:lumMod val="49000"/>
                  </a:schemeClr>
                </a:solidFill>
                <a:ea typeface="+mn-lt"/>
                <a:cs typeface="+mn-lt"/>
              </a:rPr>
              <a:t>Real-Time Geospatial Clustering &amp; Trajectory Mapping </a:t>
            </a:r>
            <a:endParaRPr lang="en-US" sz="2200" b="1">
              <a:solidFill>
                <a:schemeClr val="accent2">
                  <a:lumMod val="49000"/>
                </a:schemeClr>
              </a:solidFill>
              <a:cs typeface="Arial"/>
            </a:endParaRPr>
          </a:p>
        </p:txBody>
      </p:sp>
      <p:pic>
        <p:nvPicPr>
          <p:cNvPr id="4" name="Picture 3" descr="A diagram of a map&#10;&#10;AI-generated content may be incorrect.">
            <a:extLst>
              <a:ext uri="{FF2B5EF4-FFF2-40B4-BE49-F238E27FC236}">
                <a16:creationId xmlns:a16="http://schemas.microsoft.com/office/drawing/2014/main" id="{6985BFC7-F38C-51EF-D914-99BE425504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" y="1039268"/>
            <a:ext cx="9131007" cy="4112061"/>
          </a:xfrm>
          <a:prstGeom prst="rect">
            <a:avLst/>
          </a:prstGeom>
          <a:ln w="12700">
            <a:solidFill>
              <a:schemeClr val="bg1"/>
            </a:solidFill>
          </a:ln>
        </p:spPr>
      </p:pic>
      <p:pic>
        <p:nvPicPr>
          <p:cNvPr id="5" name="Picture 4" descr="A person with long black hair&#10;&#10;AI-generated content may be incorrect.">
            <a:extLst>
              <a:ext uri="{FF2B5EF4-FFF2-40B4-BE49-F238E27FC236}">
                <a16:creationId xmlns:a16="http://schemas.microsoft.com/office/drawing/2014/main" id="{47CAA099-A7A1-1D0D-4840-B2DB4E05D4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0293" y="840"/>
            <a:ext cx="1193989" cy="14278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E3BE170-24BE-F38F-583D-513995CEB3EE}"/>
              </a:ext>
            </a:extLst>
          </p:cNvPr>
          <p:cNvSpPr txBox="1"/>
          <p:nvPr/>
        </p:nvSpPr>
        <p:spPr>
          <a:xfrm>
            <a:off x="2283456" y="4873548"/>
            <a:ext cx="340864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35363B"/>
                </a:solidFill>
                <a:latin typeface="Lato"/>
              </a:rPr>
              <a:t>IT22258908</a:t>
            </a:r>
            <a:r>
              <a:rPr lang="en-US" sz="1200" baseline="0" dirty="0">
                <a:solidFill>
                  <a:srgbClr val="35363B"/>
                </a:solidFill>
                <a:latin typeface="Lato"/>
              </a:rPr>
              <a:t>| </a:t>
            </a:r>
            <a:r>
              <a:rPr lang="en-US" sz="1200" dirty="0" err="1">
                <a:solidFill>
                  <a:srgbClr val="35363B"/>
                </a:solidFill>
                <a:latin typeface="Lato"/>
              </a:rPr>
              <a:t>Sandaru</a:t>
            </a:r>
            <a:r>
              <a:rPr lang="en-US" sz="1200" dirty="0">
                <a:solidFill>
                  <a:srgbClr val="35363B"/>
                </a:solidFill>
                <a:latin typeface="Lato"/>
              </a:rPr>
              <a:t> G  A </a:t>
            </a:r>
            <a:r>
              <a:rPr lang="en-US" sz="1200" baseline="0" dirty="0">
                <a:solidFill>
                  <a:srgbClr val="35363B"/>
                </a:solidFill>
                <a:latin typeface="Lato"/>
              </a:rPr>
              <a:t>| </a:t>
            </a:r>
            <a:r>
              <a:rPr lang="en-GB" sz="1200" baseline="0" dirty="0">
                <a:solidFill>
                  <a:srgbClr val="35363B"/>
                </a:solidFill>
                <a:latin typeface="Lato"/>
              </a:rPr>
              <a:t>R26-SE-013 </a:t>
            </a:r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F8E22092-2B7A-468F-7432-8A248E8EAA3A}"/>
              </a:ext>
            </a:extLst>
          </p:cNvPr>
          <p:cNvCxnSpPr/>
          <p:nvPr/>
        </p:nvCxnSpPr>
        <p:spPr>
          <a:xfrm>
            <a:off x="2383655" y="871557"/>
            <a:ext cx="31502" cy="4263278"/>
          </a:xfrm>
          <a:prstGeom prst="straightConnector1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A diagram of a problem">
            <a:extLst>
              <a:ext uri="{FF2B5EF4-FFF2-40B4-BE49-F238E27FC236}">
                <a16:creationId xmlns:a16="http://schemas.microsoft.com/office/drawing/2014/main" id="{71327754-7168-97AF-5068-F01BFDF21E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97"/>
            <a:ext cx="9144000" cy="489637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A31934-6A21-33BF-BBFD-EC53ADD0EA8E}"/>
              </a:ext>
            </a:extLst>
          </p:cNvPr>
          <p:cNvSpPr txBox="1"/>
          <p:nvPr/>
        </p:nvSpPr>
        <p:spPr>
          <a:xfrm>
            <a:off x="496578" y="147009"/>
            <a:ext cx="8411049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chemeClr val="tx2">
                    <a:lumMod val="49000"/>
                  </a:schemeClr>
                </a:solidFill>
                <a:cs typeface="Arial"/>
              </a:rPr>
              <a:t>Real-Time Geospatial Clustering &amp; Trajectory Mapping </a:t>
            </a:r>
            <a:endParaRPr lang="en-US" sz="2200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algn="l"/>
            <a:endParaRPr lang="en-US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BA5C022-7713-17A4-DFF0-C9B134CD0445}"/>
              </a:ext>
            </a:extLst>
          </p:cNvPr>
          <p:cNvSpPr txBox="1"/>
          <p:nvPr/>
        </p:nvSpPr>
        <p:spPr>
          <a:xfrm>
            <a:off x="2283245" y="4861443"/>
            <a:ext cx="4347284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Lato"/>
                <a:ea typeface="Lato"/>
                <a:cs typeface="Lato"/>
              </a:rPr>
              <a:t>IT22258908| </a:t>
            </a:r>
            <a:r>
              <a:rPr lang="en-US" sz="1200" dirty="0" err="1">
                <a:latin typeface="Lato"/>
                <a:ea typeface="Lato"/>
                <a:cs typeface="Lato"/>
              </a:rPr>
              <a:t>Sandaru</a:t>
            </a:r>
            <a:r>
              <a:rPr lang="en-US" sz="1200" dirty="0">
                <a:latin typeface="Lato"/>
                <a:ea typeface="Lato"/>
                <a:cs typeface="Lato"/>
              </a:rPr>
              <a:t> G  A | </a:t>
            </a:r>
            <a:r>
              <a:rPr lang="en-GB" sz="1200" dirty="0">
                <a:latin typeface="Lato"/>
                <a:ea typeface="Lato"/>
                <a:cs typeface="Lato"/>
              </a:rPr>
              <a:t>R26-SE-013 </a:t>
            </a:r>
            <a:endParaRPr lang="en-US" sz="12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1" name="Rectangle 1060"/>
          <p:cNvSpPr/>
          <p:nvPr/>
        </p:nvSpPr>
        <p:spPr>
          <a:xfrm>
            <a:off x="476280" y="476280"/>
            <a:ext cx="8191080" cy="95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 defTabSz="914400">
              <a:lnSpc>
                <a:spcPct val="100000"/>
              </a:lnSpc>
              <a:tabLst>
                <a:tab pos="0" algn="l"/>
              </a:tabLst>
            </a:pPr>
            <a:endParaRPr lang="en-US" sz="3000" b="1" u="none" strike="noStrike">
              <a:solidFill>
                <a:schemeClr val="dk1"/>
              </a:solidFill>
              <a:effectLst/>
              <a:uFillTx/>
              <a:latin typeface="Epilogue"/>
            </a:endParaRPr>
          </a:p>
        </p:txBody>
      </p:sp>
      <p:sp>
        <p:nvSpPr>
          <p:cNvPr id="1062" name="Rectangle 1061"/>
          <p:cNvSpPr/>
          <p:nvPr/>
        </p:nvSpPr>
        <p:spPr>
          <a:xfrm>
            <a:off x="593711" y="2022551"/>
            <a:ext cx="5873075" cy="26444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1440" tIns="45720" rIns="91440" bIns="45720" anchor="t">
            <a:normAutofit/>
          </a:bodyPr>
          <a:lstStyle/>
          <a:p>
            <a:pPr>
              <a:tabLst>
                <a:tab pos="0" algn="l"/>
              </a:tabLst>
            </a:pPr>
            <a:endParaRPr lang="en-US" sz="1400">
              <a:solidFill>
                <a:schemeClr val="dk1"/>
              </a:solidFill>
              <a:latin typeface="Arial"/>
              <a:ea typeface="Lato"/>
              <a:cs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A8A561-3FE5-5A7D-5D83-547B17F1AD8B}"/>
              </a:ext>
            </a:extLst>
          </p:cNvPr>
          <p:cNvSpPr txBox="1"/>
          <p:nvPr/>
        </p:nvSpPr>
        <p:spPr>
          <a:xfrm>
            <a:off x="771146" y="2575237"/>
            <a:ext cx="760533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chemeClr val="accent2">
                    <a:lumMod val="49000"/>
                  </a:schemeClr>
                </a:solidFill>
                <a:cs typeface="Arial"/>
              </a:rPr>
              <a:t>Real-Time Geospatial </a:t>
            </a:r>
            <a:r>
              <a:rPr lang="en-US" sz="2200" b="1" err="1">
                <a:solidFill>
                  <a:schemeClr val="accent2">
                    <a:lumMod val="49000"/>
                  </a:schemeClr>
                </a:solidFill>
                <a:cs typeface="Arial"/>
              </a:rPr>
              <a:t>Clutering</a:t>
            </a:r>
            <a:r>
              <a:rPr lang="en-US" sz="2200" b="1">
                <a:solidFill>
                  <a:schemeClr val="accent2">
                    <a:lumMod val="49000"/>
                  </a:schemeClr>
                </a:solidFill>
                <a:cs typeface="Arial"/>
              </a:rPr>
              <a:t> &amp; Trajectory Mapping </a:t>
            </a:r>
            <a:endParaRPr lang="en-US" sz="2200">
              <a:solidFill>
                <a:schemeClr val="accent2">
                  <a:lumMod val="49000"/>
                </a:schemeClr>
              </a:solidFill>
              <a:cs typeface="Arial"/>
            </a:endParaRPr>
          </a:p>
          <a:p>
            <a:pPr algn="l"/>
            <a:endParaRPr lang="en-US">
              <a:cs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8B24AD5-4DE1-7D2C-F0BE-F2FA96C58BC3}"/>
              </a:ext>
            </a:extLst>
          </p:cNvPr>
          <p:cNvSpPr txBox="1"/>
          <p:nvPr/>
        </p:nvSpPr>
        <p:spPr>
          <a:xfrm>
            <a:off x="238175" y="273018"/>
            <a:ext cx="8631725" cy="100837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chemeClr val="tx2">
                    <a:lumMod val="49000"/>
                  </a:schemeClr>
                </a:solidFill>
                <a:cs typeface="Arial"/>
              </a:rPr>
              <a:t>Real-Time Geospatial Clustering &amp; Trajectory Mapping </a:t>
            </a:r>
            <a:endParaRPr lang="en-US" sz="2200">
              <a:solidFill>
                <a:schemeClr val="tx2">
                  <a:lumMod val="49000"/>
                </a:schemeClr>
              </a:solidFill>
              <a:cs typeface="Arial"/>
            </a:endParaRPr>
          </a:p>
          <a:p>
            <a:endParaRPr lang="en-US">
              <a:solidFill>
                <a:schemeClr val="tx2">
                  <a:lumMod val="49000"/>
                </a:schemeClr>
              </a:solidFill>
              <a:cs typeface="Arial"/>
            </a:endParaRPr>
          </a:p>
          <a:p>
            <a:pPr algn="l"/>
            <a:endParaRPr lang="en-US">
              <a:solidFill>
                <a:schemeClr val="tx2">
                  <a:lumMod val="49000"/>
                </a:schemeClr>
              </a:solidFill>
              <a:cs typeface="Arial"/>
            </a:endParaRPr>
          </a:p>
        </p:txBody>
      </p:sp>
      <p:pic>
        <p:nvPicPr>
          <p:cNvPr id="2" name="Picture 1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8459983-CED1-2B68-D90D-8A664EBF4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84044" y="0"/>
            <a:ext cx="9228043" cy="51435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00E2D0-8BD5-B890-895D-EEC531F4D391}"/>
              </a:ext>
            </a:extLst>
          </p:cNvPr>
          <p:cNvSpPr txBox="1"/>
          <p:nvPr/>
        </p:nvSpPr>
        <p:spPr>
          <a:xfrm>
            <a:off x="241516" y="157510"/>
            <a:ext cx="8610562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chemeClr val="tx2">
                    <a:lumMod val="49000"/>
                  </a:schemeClr>
                </a:solidFill>
                <a:cs typeface="Arial"/>
              </a:rPr>
              <a:t>Real-Time Geospatial Clustering &amp; Trajectory Mapping </a:t>
            </a:r>
            <a:endParaRPr lang="en-US" sz="2200">
              <a:cs typeface="Arial"/>
            </a:endParaRP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algn="l"/>
            <a:endParaRPr lang="en-US">
              <a:cs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67D7FB-B178-8D32-808B-DDCBE75B8DF4}"/>
              </a:ext>
            </a:extLst>
          </p:cNvPr>
          <p:cNvSpPr txBox="1"/>
          <p:nvPr/>
        </p:nvSpPr>
        <p:spPr>
          <a:xfrm>
            <a:off x="2827837" y="4833602"/>
            <a:ext cx="4851317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Lato"/>
                <a:ea typeface="Lato"/>
                <a:cs typeface="Lato"/>
              </a:rPr>
              <a:t>IT22258908| </a:t>
            </a:r>
            <a:r>
              <a:rPr lang="en-US" sz="1200" dirty="0" err="1">
                <a:latin typeface="Lato"/>
                <a:ea typeface="Lato"/>
                <a:cs typeface="Lato"/>
              </a:rPr>
              <a:t>Sandaru</a:t>
            </a:r>
            <a:r>
              <a:rPr lang="en-US" sz="1200" dirty="0">
                <a:latin typeface="Lato"/>
                <a:ea typeface="Lato"/>
                <a:cs typeface="Lato"/>
              </a:rPr>
              <a:t> G  A | </a:t>
            </a:r>
            <a:r>
              <a:rPr lang="en-GB" sz="1200" dirty="0">
                <a:latin typeface="Lato"/>
                <a:ea typeface="Lato"/>
                <a:cs typeface="Lato"/>
              </a:rPr>
              <a:t>R26-SE-013 </a:t>
            </a:r>
            <a:endParaRPr lang="en-US" sz="1200" dirty="0">
              <a:solidFill>
                <a:srgbClr val="000000"/>
              </a:solidFill>
              <a:latin typeface="Lato"/>
              <a:ea typeface="Lato"/>
              <a:cs typeface="Lato"/>
            </a:endParaRPr>
          </a:p>
          <a:p>
            <a:pPr algn="l"/>
            <a:endParaRPr lang="en-US" dirty="0">
              <a:cs typeface="Arial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774109-3A2E-7DAD-DCF8-144791A42A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9" y="0"/>
            <a:ext cx="8849590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4145D0E-A50B-DE59-5D77-B892902121F1}"/>
              </a:ext>
            </a:extLst>
          </p:cNvPr>
          <p:cNvSpPr txBox="1"/>
          <p:nvPr/>
        </p:nvSpPr>
        <p:spPr>
          <a:xfrm>
            <a:off x="100854" y="210110"/>
            <a:ext cx="8446432" cy="12618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 rtl="0"/>
            <a:r>
              <a:rPr lang="en-US" sz="2200" b="1" baseline="0">
                <a:solidFill>
                  <a:srgbClr val="5B0019"/>
                </a:solidFill>
                <a:latin typeface="Arial"/>
                <a:ea typeface="Segoe UI"/>
                <a:cs typeface="Segoe UI"/>
              </a:rPr>
              <a:t>Real-Time Geospatial Clustering &amp; Trajectory Mapping </a:t>
            </a:r>
            <a:r>
              <a:rPr lang="en-US" sz="22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rtl="0"/>
            <a:r>
              <a:rPr lang="en-US" sz="1800">
                <a:solidFill>
                  <a:srgbClr val="35363B"/>
                </a:solidFill>
                <a:latin typeface="Arial"/>
                <a:ea typeface="Segoe UI"/>
                <a:cs typeface="Segoe UI"/>
              </a:rPr>
              <a:t>​</a:t>
            </a:r>
          </a:p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18849F-DA2E-0AC8-668F-EDB7ED4949D7}"/>
              </a:ext>
            </a:extLst>
          </p:cNvPr>
          <p:cNvSpPr txBox="1"/>
          <p:nvPr/>
        </p:nvSpPr>
        <p:spPr>
          <a:xfrm>
            <a:off x="2451014" y="4833361"/>
            <a:ext cx="4242277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aseline="0">
                <a:solidFill>
                  <a:srgbClr val="35363B"/>
                </a:solidFill>
                <a:latin typeface="Lato"/>
              </a:rPr>
              <a:t>IT22258908| Sandaru G  A | R26-SE-013 </a:t>
            </a:r>
            <a:r>
              <a:rPr lang="en-US" sz="1200">
                <a:latin typeface="Lato"/>
                <a:ea typeface="Lato"/>
                <a:cs typeface="Lato"/>
              </a:rPr>
              <a:t>​</a:t>
            </a:r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diagram of a data processing process&#10;&#10;AI-generated content may be incorrect.">
            <a:extLst>
              <a:ext uri="{FF2B5EF4-FFF2-40B4-BE49-F238E27FC236}">
                <a16:creationId xmlns:a16="http://schemas.microsoft.com/office/drawing/2014/main" id="{E6CAD030-C825-3394-F9F0-398EB581F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8" y="0"/>
            <a:ext cx="9132256" cy="51435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75BCBCD-877A-52DB-B540-7C18D12C711E}"/>
              </a:ext>
            </a:extLst>
          </p:cNvPr>
          <p:cNvSpPr txBox="1"/>
          <p:nvPr/>
        </p:nvSpPr>
        <p:spPr>
          <a:xfrm>
            <a:off x="399026" y="126007"/>
            <a:ext cx="8180034" cy="153888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200" b="1">
                <a:solidFill>
                  <a:srgbClr val="5B0019"/>
                </a:solidFill>
                <a:cs typeface="Arial"/>
              </a:rPr>
              <a:t>Real-Time Geospatial Clustering &amp; Trajectory Mapping </a:t>
            </a:r>
            <a:r>
              <a:rPr lang="en-US" sz="2200">
                <a:cs typeface="Arial"/>
              </a:rPr>
              <a:t> </a:t>
            </a:r>
          </a:p>
          <a:p>
            <a:endParaRPr lang="en-US">
              <a:cs typeface="Arial"/>
            </a:endParaRPr>
          </a:p>
          <a:p>
            <a:endParaRPr lang="en-US">
              <a:cs typeface="Arial"/>
            </a:endParaRPr>
          </a:p>
          <a:p>
            <a:pPr algn="ctr"/>
            <a:endParaRPr lang="en-US">
              <a:cs typeface="Arial"/>
            </a:endParaRPr>
          </a:p>
          <a:p>
            <a:pPr algn="l"/>
            <a:endParaRPr lang="en-US">
              <a:cs typeface="Arial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ED5B3C-B14E-57C2-407E-F04166E21B60}"/>
              </a:ext>
            </a:extLst>
          </p:cNvPr>
          <p:cNvSpPr txBox="1"/>
          <p:nvPr/>
        </p:nvSpPr>
        <p:spPr>
          <a:xfrm>
            <a:off x="2117423" y="4770732"/>
            <a:ext cx="473953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1200" baseline="0">
                <a:solidFill>
                  <a:srgbClr val="35363B"/>
                </a:solidFill>
                <a:latin typeface="Lato"/>
              </a:rPr>
              <a:t>IT22258908| Sandaru G  A | R26-SE-013 </a:t>
            </a:r>
            <a:r>
              <a:rPr lang="en-US" sz="1200">
                <a:latin typeface="Lato"/>
                <a:ea typeface="Lato"/>
                <a:cs typeface="Lato"/>
              </a:rPr>
              <a:t>​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4609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market chart&#10;&#10;AI-generated content may be incorrect.">
            <a:extLst>
              <a:ext uri="{FF2B5EF4-FFF2-40B4-BE49-F238E27FC236}">
                <a16:creationId xmlns:a16="http://schemas.microsoft.com/office/drawing/2014/main" id="{FAD1C34F-AA77-F572-4CB0-481C082670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3999" cy="51435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1E3EB07-46F2-BD07-5126-4875AB1D34FA}"/>
              </a:ext>
            </a:extLst>
          </p:cNvPr>
          <p:cNvSpPr txBox="1"/>
          <p:nvPr/>
        </p:nvSpPr>
        <p:spPr>
          <a:xfrm>
            <a:off x="286499" y="254093"/>
            <a:ext cx="885875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000" b="1">
                <a:solidFill>
                  <a:schemeClr val="tx1">
                    <a:lumMod val="49000"/>
                  </a:schemeClr>
                </a:solidFill>
                <a:ea typeface="+mn-lt"/>
                <a:cs typeface="+mn-lt"/>
              </a:rPr>
              <a:t>A Centralized System for Real-Time Farm Animal Disease Reporting </a:t>
            </a:r>
            <a:endParaRPr lang="en-US" sz="2000" b="1">
              <a:solidFill>
                <a:schemeClr val="tx1">
                  <a:lumMod val="49000"/>
                </a:schemeClr>
              </a:solidFill>
              <a:cs typeface="Arial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AC5F93B-9E16-673A-A2DD-B5FD5C0A7847}"/>
              </a:ext>
            </a:extLst>
          </p:cNvPr>
          <p:cNvSpPr txBox="1"/>
          <p:nvPr/>
        </p:nvSpPr>
        <p:spPr>
          <a:xfrm>
            <a:off x="59473" y="61816"/>
            <a:ext cx="2594517" cy="2616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 sz="1100" b="1"/>
              <a:t>Overall Project Title</a:t>
            </a:r>
            <a:endParaRPr lang="en-GB" sz="110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972962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DC1EE1C-27B4-C962-B0A0-4AFC0F8043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012" y="609763"/>
            <a:ext cx="8190963" cy="45204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FAF64A29-3125-890A-D264-3D85BA63E92C}"/>
              </a:ext>
            </a:extLst>
          </p:cNvPr>
          <p:cNvSpPr txBox="1"/>
          <p:nvPr/>
        </p:nvSpPr>
        <p:spPr>
          <a:xfrm>
            <a:off x="59473" y="111512"/>
            <a:ext cx="259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Overall Project Title</a:t>
            </a:r>
            <a:endParaRPr lang="en-GB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3586A7E-29B9-1DFC-BB65-E8988A832EA5}"/>
              </a:ext>
            </a:extLst>
          </p:cNvPr>
          <p:cNvSpPr txBox="1"/>
          <p:nvPr/>
        </p:nvSpPr>
        <p:spPr>
          <a:xfrm>
            <a:off x="2066693" y="168900"/>
            <a:ext cx="456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Gantt Chart</a:t>
            </a:r>
            <a:endParaRPr lang="en-GB" sz="20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0589639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BAC683A-C8B9-EF26-B756-F9246482AD23}"/>
              </a:ext>
            </a:extLst>
          </p:cNvPr>
          <p:cNvSpPr txBox="1"/>
          <p:nvPr/>
        </p:nvSpPr>
        <p:spPr>
          <a:xfrm>
            <a:off x="59473" y="111512"/>
            <a:ext cx="25945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/>
              <a:t>Overall Project Title</a:t>
            </a:r>
            <a:endParaRPr lang="en-GB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2BC749-2E76-8215-D569-78045662731F}"/>
              </a:ext>
            </a:extLst>
          </p:cNvPr>
          <p:cNvSpPr txBox="1"/>
          <p:nvPr/>
        </p:nvSpPr>
        <p:spPr>
          <a:xfrm>
            <a:off x="2088996" y="111512"/>
            <a:ext cx="456456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>
                <a:solidFill>
                  <a:schemeClr val="tx2"/>
                </a:solidFill>
                <a:latin typeface="Lato" panose="020F0502020204030203" pitchFamily="34" charset="0"/>
                <a:ea typeface="Lato" panose="020F0502020204030203" pitchFamily="34" charset="0"/>
                <a:cs typeface="Lato" panose="020F0502020204030203" pitchFamily="34" charset="0"/>
              </a:rPr>
              <a:t>Work Breakdown Structure</a:t>
            </a:r>
            <a:endParaRPr lang="en-GB" sz="2000" b="1">
              <a:solidFill>
                <a:schemeClr val="tx2"/>
              </a:solidFill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819075-E8EE-315C-6D69-64FC6868895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751"/>
          <a:stretch>
            <a:fillRect/>
          </a:stretch>
        </p:blipFill>
        <p:spPr>
          <a:xfrm>
            <a:off x="0" y="566462"/>
            <a:ext cx="9144000" cy="4551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02848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E471E14-D7A7-A908-4924-30F13B25E5BF}"/>
              </a:ext>
            </a:extLst>
          </p:cNvPr>
          <p:cNvSpPr txBox="1"/>
          <p:nvPr/>
        </p:nvSpPr>
        <p:spPr>
          <a:xfrm>
            <a:off x="1819723" y="1748665"/>
            <a:ext cx="6003418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6000" b="1">
                <a:latin typeface="Lato"/>
                <a:ea typeface="Lato"/>
                <a:cs typeface="Lato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131366704"/>
      </p:ext>
    </p:extLst>
  </p:cSld>
  <p:clrMapOvr>
    <a:masterClrMapping/>
  </p:clrMapOvr>
</p:sld>
</file>

<file path=ppt/theme/theme1.xml><?xml version="1.0" encoding="utf-8"?>
<a:theme xmlns:a="http://schemas.openxmlformats.org/drawingml/2006/main" name="Multimedia Software Pitch Deck by Slidesgo">
  <a:themeElements>
    <a:clrScheme name="Simple Light">
      <a:dk1>
        <a:srgbClr val="35363B"/>
      </a:dk1>
      <a:lt1>
        <a:srgbClr val="F3F3F3"/>
      </a:lt1>
      <a:dk2>
        <a:srgbClr val="D9DDE3"/>
      </a:dk2>
      <a:lt2>
        <a:srgbClr val="BA0034"/>
      </a:lt2>
      <a:accent1>
        <a:srgbClr val="F8B85E"/>
      </a:accent1>
      <a:accent2>
        <a:srgbClr val="34909D"/>
      </a:accent2>
      <a:accent3>
        <a:srgbClr val="55C0ED"/>
      </a:accent3>
      <a:accent4>
        <a:srgbClr val="6F7082"/>
      </a:accent4>
      <a:accent5>
        <a:srgbClr val="CED0D6"/>
      </a:accent5>
      <a:accent6>
        <a:srgbClr val="42444F"/>
      </a:accent6>
      <a:hlink>
        <a:srgbClr val="35363B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1546</Words>
  <Application>Microsoft Macintosh PowerPoint</Application>
  <PresentationFormat>On-screen Show (16:9)</PresentationFormat>
  <Paragraphs>202</Paragraphs>
  <Slides>36</Slides>
  <Notes>1</Notes>
  <HiddenSlides>0</HiddenSlides>
  <MMClips>1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9" baseType="lpstr">
      <vt:lpstr>-webkit-standard</vt:lpstr>
      <vt:lpstr>Aptos</vt:lpstr>
      <vt:lpstr>Arial</vt:lpstr>
      <vt:lpstr>Calibri</vt:lpstr>
      <vt:lpstr>Cambria</vt:lpstr>
      <vt:lpstr>Epilogue</vt:lpstr>
      <vt:lpstr>Lato</vt:lpstr>
      <vt:lpstr>Open Sans</vt:lpstr>
      <vt:lpstr>OpenSymbol</vt:lpstr>
      <vt:lpstr>Symbol</vt:lpstr>
      <vt:lpstr>Times New Roman</vt:lpstr>
      <vt:lpstr>Wingdings</vt:lpstr>
      <vt:lpstr>Multimedia Software Pitch Deck by Slidesgo</vt:lpstr>
      <vt:lpstr>A Centralized System for Real-Time Farm Animal Disease Reporting</vt:lpstr>
      <vt:lpstr>2 Minute Introduction Video </vt:lpstr>
      <vt:lpstr>Problem &amp; Need</vt:lpstr>
      <vt:lpstr>Problem &amp; Need</vt:lpstr>
      <vt:lpstr>PowerPoint Presentation</vt:lpstr>
      <vt:lpstr>Users and Stakeholders</vt:lpstr>
      <vt:lpstr>Impact on Users &amp; Society</vt:lpstr>
      <vt:lpstr>Existing Solutions &amp; Their Limitations</vt:lpstr>
      <vt:lpstr>Solution Overview </vt:lpstr>
      <vt:lpstr>AI-Driven Wellness and Management Standardization</vt:lpstr>
      <vt:lpstr>AI-Driven Wellness and Management Standardization </vt:lpstr>
      <vt:lpstr>AI-Driven Wellness and Management Standardization  </vt:lpstr>
      <vt:lpstr>AI-Driven Wellness and Management Standardization  </vt:lpstr>
      <vt:lpstr>AI-Driven Wellness and Management Standardization  </vt:lpstr>
      <vt:lpstr>Validation and Data Security  </vt:lpstr>
      <vt:lpstr>Implementation Details &amp; Dependencies </vt:lpstr>
      <vt:lpstr>PowerPoint Presentation</vt:lpstr>
      <vt:lpstr>AI-Powered Smart Diagnosis</vt:lpstr>
      <vt:lpstr>AI-Powered Smart Diagnosis</vt:lpstr>
      <vt:lpstr>AI-Powered Smart Diagnosis</vt:lpstr>
      <vt:lpstr>AI-Powered Smart Diagnosis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Centralized System for Real-Time Farm Animal Disease Reporting</dc:title>
  <cp:lastModifiedBy>WIJENAYAKE W.M.P.J it22194558</cp:lastModifiedBy>
  <cp:revision>43</cp:revision>
  <dcterms:modified xsi:type="dcterms:W3CDTF">2026-03-16T02:21:49Z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2026-03-15T02:26:04Z</dcterms:created>
  <dc:creator>Unknown Creator</dc:creator>
  <dc:description/>
  <dc:language>en-US</dc:language>
  <cp:lastModifiedBy>Unknown Creator</cp:lastModifiedBy>
  <dcterms:modified xsi:type="dcterms:W3CDTF">2026-03-15T02:26:04Z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20</vt:r8>
  </property>
</Properties>
</file>